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307" y="77"/>
      </p:cViewPr>
      <p:guideLst/>
    </p:cSldViewPr>
  </p:slideViewPr>
  <p:notesTextViewPr>
    <p:cViewPr>
      <p:scale>
        <a:sx n="1" d="1"/>
        <a:sy n="1" d="1"/>
      </p:scale>
      <p:origin x="0" y="0"/>
    </p:cViewPr>
  </p:notesTextViewPr>
  <p:notesViewPr>
    <p:cSldViewPr snapToGrid="0">
      <p:cViewPr varScale="1">
        <p:scale>
          <a:sx n="64" d="100"/>
          <a:sy n="64" d="100"/>
        </p:scale>
        <p:origin x="3192"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wasampijja Mike" userId="86f4dd50fab1ff77" providerId="LiveId" clId="{60D9CB0B-5D92-4545-8D19-4D125C04F67C}"/>
    <pc:docChg chg="undo custSel addSld delSld modSld modMainMaster">
      <pc:chgData name="Lwasampijja Mike" userId="86f4dd50fab1ff77" providerId="LiveId" clId="{60D9CB0B-5D92-4545-8D19-4D125C04F67C}" dt="2025-09-22T17:59:45.819" v="1001"/>
      <pc:docMkLst>
        <pc:docMk/>
      </pc:docMkLst>
      <pc:sldChg chg="modSp new mod modTransition">
        <pc:chgData name="Lwasampijja Mike" userId="86f4dd50fab1ff77" providerId="LiveId" clId="{60D9CB0B-5D92-4545-8D19-4D125C04F67C}" dt="2025-09-22T17:59:45.819" v="1001"/>
        <pc:sldMkLst>
          <pc:docMk/>
          <pc:sldMk cId="2493084539" sldId="256"/>
        </pc:sldMkLst>
        <pc:spChg chg="mod">
          <ac:chgData name="Lwasampijja Mike" userId="86f4dd50fab1ff77" providerId="LiveId" clId="{60D9CB0B-5D92-4545-8D19-4D125C04F67C}" dt="2025-09-22T17:30:11.719" v="664"/>
          <ac:spMkLst>
            <pc:docMk/>
            <pc:sldMk cId="2493084539" sldId="256"/>
            <ac:spMk id="2" creationId="{8040B2BC-85F2-4EF9-923B-F946F3BCB051}"/>
          </ac:spMkLst>
        </pc:spChg>
        <pc:spChg chg="mod">
          <ac:chgData name="Lwasampijja Mike" userId="86f4dd50fab1ff77" providerId="LiveId" clId="{60D9CB0B-5D92-4545-8D19-4D125C04F67C}" dt="2025-09-22T17:30:11.719" v="664"/>
          <ac:spMkLst>
            <pc:docMk/>
            <pc:sldMk cId="2493084539" sldId="256"/>
            <ac:spMk id="3" creationId="{2ADD6D84-CD9B-4B57-B743-0B869462FD2A}"/>
          </ac:spMkLst>
        </pc:spChg>
      </pc:sldChg>
      <pc:sldChg chg="addSp delSp modSp new mod modTransition chgLayout">
        <pc:chgData name="Lwasampijja Mike" userId="86f4dd50fab1ff77" providerId="LiveId" clId="{60D9CB0B-5D92-4545-8D19-4D125C04F67C}" dt="2025-09-22T17:59:45.819" v="1001"/>
        <pc:sldMkLst>
          <pc:docMk/>
          <pc:sldMk cId="756214469" sldId="257"/>
        </pc:sldMkLst>
        <pc:spChg chg="mod ord">
          <ac:chgData name="Lwasampijja Mike" userId="86f4dd50fab1ff77" providerId="LiveId" clId="{60D9CB0B-5D92-4545-8D19-4D125C04F67C}" dt="2025-09-22T17:30:11.719" v="664"/>
          <ac:spMkLst>
            <pc:docMk/>
            <pc:sldMk cId="756214469" sldId="257"/>
            <ac:spMk id="2" creationId="{FA1F3FDC-F098-4ED4-90A6-4511DCAC6728}"/>
          </ac:spMkLst>
        </pc:spChg>
        <pc:spChg chg="del mod">
          <ac:chgData name="Lwasampijja Mike" userId="86f4dd50fab1ff77" providerId="LiveId" clId="{60D9CB0B-5D92-4545-8D19-4D125C04F67C}" dt="2025-09-22T16:37:24.540" v="80" actId="3680"/>
          <ac:spMkLst>
            <pc:docMk/>
            <pc:sldMk cId="756214469" sldId="257"/>
            <ac:spMk id="3" creationId="{B45E83FD-5E06-4728-BDEB-8A67D4E4544C}"/>
          </ac:spMkLst>
        </pc:spChg>
        <pc:graphicFrameChg chg="add mod ord modGraphic">
          <ac:chgData name="Lwasampijja Mike" userId="86f4dd50fab1ff77" providerId="LiveId" clId="{60D9CB0B-5D92-4545-8D19-4D125C04F67C}" dt="2025-09-22T17:30:11.719" v="664"/>
          <ac:graphicFrameMkLst>
            <pc:docMk/>
            <pc:sldMk cId="756214469" sldId="257"/>
            <ac:graphicFrameMk id="4" creationId="{B9BE1E37-F880-49F3-AAB6-A1DA62D113F8}"/>
          </ac:graphicFrameMkLst>
        </pc:graphicFrameChg>
      </pc:sldChg>
      <pc:sldChg chg="modSp new mod modTransition">
        <pc:chgData name="Lwasampijja Mike" userId="86f4dd50fab1ff77" providerId="LiveId" clId="{60D9CB0B-5D92-4545-8D19-4D125C04F67C}" dt="2025-09-22T17:59:45.819" v="1001"/>
        <pc:sldMkLst>
          <pc:docMk/>
          <pc:sldMk cId="471764018" sldId="258"/>
        </pc:sldMkLst>
        <pc:spChg chg="mod">
          <ac:chgData name="Lwasampijja Mike" userId="86f4dd50fab1ff77" providerId="LiveId" clId="{60D9CB0B-5D92-4545-8D19-4D125C04F67C}" dt="2025-09-22T17:30:11.719" v="664"/>
          <ac:spMkLst>
            <pc:docMk/>
            <pc:sldMk cId="471764018" sldId="258"/>
            <ac:spMk id="2" creationId="{5CF9C3C8-9751-48D6-90FD-D5952F07D071}"/>
          </ac:spMkLst>
        </pc:spChg>
        <pc:spChg chg="mod">
          <ac:chgData name="Lwasampijja Mike" userId="86f4dd50fab1ff77" providerId="LiveId" clId="{60D9CB0B-5D92-4545-8D19-4D125C04F67C}" dt="2025-09-22T17:31:46.050" v="665" actId="255"/>
          <ac:spMkLst>
            <pc:docMk/>
            <pc:sldMk cId="471764018" sldId="258"/>
            <ac:spMk id="3" creationId="{C6D9B4EB-3B9D-4365-BBB6-1181A230CC58}"/>
          </ac:spMkLst>
        </pc:spChg>
      </pc:sldChg>
      <pc:sldChg chg="modSp new mod modTransition modClrScheme chgLayout">
        <pc:chgData name="Lwasampijja Mike" userId="86f4dd50fab1ff77" providerId="LiveId" clId="{60D9CB0B-5D92-4545-8D19-4D125C04F67C}" dt="2025-09-22T17:59:45.819" v="1001"/>
        <pc:sldMkLst>
          <pc:docMk/>
          <pc:sldMk cId="1462403511" sldId="259"/>
        </pc:sldMkLst>
        <pc:spChg chg="mod ord">
          <ac:chgData name="Lwasampijja Mike" userId="86f4dd50fab1ff77" providerId="LiveId" clId="{60D9CB0B-5D92-4545-8D19-4D125C04F67C}" dt="2025-09-22T16:56:59.342" v="129" actId="700"/>
          <ac:spMkLst>
            <pc:docMk/>
            <pc:sldMk cId="1462403511" sldId="259"/>
            <ac:spMk id="2" creationId="{3701E58D-DB03-4B5C-8C59-27890A17F55A}"/>
          </ac:spMkLst>
        </pc:spChg>
        <pc:spChg chg="mod ord">
          <ac:chgData name="Lwasampijja Mike" userId="86f4dd50fab1ff77" providerId="LiveId" clId="{60D9CB0B-5D92-4545-8D19-4D125C04F67C}" dt="2025-09-22T17:32:15.861" v="666" actId="255"/>
          <ac:spMkLst>
            <pc:docMk/>
            <pc:sldMk cId="1462403511" sldId="259"/>
            <ac:spMk id="3" creationId="{BC7BE069-F230-400D-82B5-FAF8897D478A}"/>
          </ac:spMkLst>
        </pc:spChg>
      </pc:sldChg>
      <pc:sldChg chg="addSp delSp modSp new mod modTransition modClrScheme chgLayout">
        <pc:chgData name="Lwasampijja Mike" userId="86f4dd50fab1ff77" providerId="LiveId" clId="{60D9CB0B-5D92-4545-8D19-4D125C04F67C}" dt="2025-09-22T17:59:45.819" v="1001"/>
        <pc:sldMkLst>
          <pc:docMk/>
          <pc:sldMk cId="2591233535" sldId="260"/>
        </pc:sldMkLst>
        <pc:spChg chg="add mod">
          <ac:chgData name="Lwasampijja Mike" userId="86f4dd50fab1ff77" providerId="LiveId" clId="{60D9CB0B-5D92-4545-8D19-4D125C04F67C}" dt="2025-09-22T17:19:57.917" v="658" actId="1076"/>
          <ac:spMkLst>
            <pc:docMk/>
            <pc:sldMk cId="2591233535" sldId="260"/>
            <ac:spMk id="2" creationId="{3C5A9563-ACF0-4D29-BF21-A1236503C005}"/>
          </ac:spMkLst>
        </pc:spChg>
        <pc:spChg chg="add mod">
          <ac:chgData name="Lwasampijja Mike" userId="86f4dd50fab1ff77" providerId="LiveId" clId="{60D9CB0B-5D92-4545-8D19-4D125C04F67C}" dt="2025-09-22T16:58:27.870" v="134" actId="1076"/>
          <ac:spMkLst>
            <pc:docMk/>
            <pc:sldMk cId="2591233535" sldId="260"/>
            <ac:spMk id="3" creationId="{A1321D56-176D-43A2-987D-FB269758460A}"/>
          </ac:spMkLst>
        </pc:spChg>
        <pc:spChg chg="add del mod ord">
          <ac:chgData name="Lwasampijja Mike" userId="86f4dd50fab1ff77" providerId="LiveId" clId="{60D9CB0B-5D92-4545-8D19-4D125C04F67C}" dt="2025-09-22T17:03:52.162" v="143" actId="700"/>
          <ac:spMkLst>
            <pc:docMk/>
            <pc:sldMk cId="2591233535" sldId="260"/>
            <ac:spMk id="4" creationId="{80459B21-C55F-4BD6-98ED-C138580F09C7}"/>
          </ac:spMkLst>
        </pc:spChg>
        <pc:spChg chg="add del mod ord">
          <ac:chgData name="Lwasampijja Mike" userId="86f4dd50fab1ff77" providerId="LiveId" clId="{60D9CB0B-5D92-4545-8D19-4D125C04F67C}" dt="2025-09-22T17:03:52.162" v="143" actId="700"/>
          <ac:spMkLst>
            <pc:docMk/>
            <pc:sldMk cId="2591233535" sldId="260"/>
            <ac:spMk id="5" creationId="{B6DECADD-F4B8-4AB0-9D05-D31FDDF571B7}"/>
          </ac:spMkLst>
        </pc:spChg>
        <pc:picChg chg="add mod">
          <ac:chgData name="Lwasampijja Mike" userId="86f4dd50fab1ff77" providerId="LiveId" clId="{60D9CB0B-5D92-4545-8D19-4D125C04F67C}" dt="2025-09-22T17:19:47.456" v="657" actId="1076"/>
          <ac:picMkLst>
            <pc:docMk/>
            <pc:sldMk cId="2591233535" sldId="260"/>
            <ac:picMk id="1025" creationId="{847F5DCB-99E0-4732-A821-2AB5CADBFBEC}"/>
          </ac:picMkLst>
        </pc:picChg>
      </pc:sldChg>
      <pc:sldChg chg="new del">
        <pc:chgData name="Lwasampijja Mike" userId="86f4dd50fab1ff77" providerId="LiveId" clId="{60D9CB0B-5D92-4545-8D19-4D125C04F67C}" dt="2025-09-22T17:03:36.032" v="141" actId="2696"/>
        <pc:sldMkLst>
          <pc:docMk/>
          <pc:sldMk cId="2811060957" sldId="261"/>
        </pc:sldMkLst>
      </pc:sldChg>
      <pc:sldChg chg="addSp modSp new mod modTransition modClrScheme chgLayout">
        <pc:chgData name="Lwasampijja Mike" userId="86f4dd50fab1ff77" providerId="LiveId" clId="{60D9CB0B-5D92-4545-8D19-4D125C04F67C}" dt="2025-09-22T17:59:45.819" v="1001"/>
        <pc:sldMkLst>
          <pc:docMk/>
          <pc:sldMk cId="3654710093" sldId="261"/>
        </pc:sldMkLst>
        <pc:spChg chg="add mod">
          <ac:chgData name="Lwasampijja Mike" userId="86f4dd50fab1ff77" providerId="LiveId" clId="{60D9CB0B-5D92-4545-8D19-4D125C04F67C}" dt="2025-09-22T17:30:11.719" v="664"/>
          <ac:spMkLst>
            <pc:docMk/>
            <pc:sldMk cId="3654710093" sldId="261"/>
            <ac:spMk id="2" creationId="{1E252BAA-2935-4065-ADB5-CE94C103D73E}"/>
          </ac:spMkLst>
        </pc:spChg>
        <pc:spChg chg="add mod">
          <ac:chgData name="Lwasampijja Mike" userId="86f4dd50fab1ff77" providerId="LiveId" clId="{60D9CB0B-5D92-4545-8D19-4D125C04F67C}" dt="2025-09-22T17:32:43.516" v="667" actId="255"/>
          <ac:spMkLst>
            <pc:docMk/>
            <pc:sldMk cId="3654710093" sldId="261"/>
            <ac:spMk id="3" creationId="{A8C8BB91-CA66-4A0D-8779-1217A956C70A}"/>
          </ac:spMkLst>
        </pc:spChg>
      </pc:sldChg>
      <pc:sldChg chg="addSp delSp modSp new mod modTransition modClrScheme chgLayout">
        <pc:chgData name="Lwasampijja Mike" userId="86f4dd50fab1ff77" providerId="LiveId" clId="{60D9CB0B-5D92-4545-8D19-4D125C04F67C}" dt="2025-09-22T17:59:45.819" v="1001"/>
        <pc:sldMkLst>
          <pc:docMk/>
          <pc:sldMk cId="4062340916" sldId="262"/>
        </pc:sldMkLst>
        <pc:spChg chg="add mod">
          <ac:chgData name="Lwasampijja Mike" userId="86f4dd50fab1ff77" providerId="LiveId" clId="{60D9CB0B-5D92-4545-8D19-4D125C04F67C}" dt="2025-09-22T17:18:10.861" v="600" actId="255"/>
          <ac:spMkLst>
            <pc:docMk/>
            <pc:sldMk cId="4062340916" sldId="262"/>
            <ac:spMk id="2" creationId="{B8C8355E-C468-4DD9-95EC-ED982237FB01}"/>
          </ac:spMkLst>
        </pc:spChg>
        <pc:spChg chg="add del mod ord">
          <ac:chgData name="Lwasampijja Mike" userId="86f4dd50fab1ff77" providerId="LiveId" clId="{60D9CB0B-5D92-4545-8D19-4D125C04F67C}" dt="2025-09-22T17:11:07.054" v="384" actId="700"/>
          <ac:spMkLst>
            <pc:docMk/>
            <pc:sldMk cId="4062340916" sldId="262"/>
            <ac:spMk id="3" creationId="{8275C015-C1E2-4B3C-9F77-7EE403C99736}"/>
          </ac:spMkLst>
        </pc:spChg>
        <pc:spChg chg="add del mod ord">
          <ac:chgData name="Lwasampijja Mike" userId="86f4dd50fab1ff77" providerId="LiveId" clId="{60D9CB0B-5D92-4545-8D19-4D125C04F67C}" dt="2025-09-22T17:11:07.054" v="384" actId="700"/>
          <ac:spMkLst>
            <pc:docMk/>
            <pc:sldMk cId="4062340916" sldId="262"/>
            <ac:spMk id="4" creationId="{7F010D99-F1FA-4CEF-A3DD-581EBAED3367}"/>
          </ac:spMkLst>
        </pc:spChg>
        <pc:picChg chg="add mod">
          <ac:chgData name="Lwasampijja Mike" userId="86f4dd50fab1ff77" providerId="LiveId" clId="{60D9CB0B-5D92-4545-8D19-4D125C04F67C}" dt="2025-09-22T17:10:16.414" v="382" actId="14100"/>
          <ac:picMkLst>
            <pc:docMk/>
            <pc:sldMk cId="4062340916" sldId="262"/>
            <ac:picMk id="2049" creationId="{70587F16-5258-424B-B8F0-92663634F6FF}"/>
          </ac:picMkLst>
        </pc:picChg>
      </pc:sldChg>
      <pc:sldChg chg="modSp new mod modTransition">
        <pc:chgData name="Lwasampijja Mike" userId="86f4dd50fab1ff77" providerId="LiveId" clId="{60D9CB0B-5D92-4545-8D19-4D125C04F67C}" dt="2025-09-22T17:59:45.819" v="1001"/>
        <pc:sldMkLst>
          <pc:docMk/>
          <pc:sldMk cId="2420987164" sldId="263"/>
        </pc:sldMkLst>
        <pc:spChg chg="mod">
          <ac:chgData name="Lwasampijja Mike" userId="86f4dd50fab1ff77" providerId="LiveId" clId="{60D9CB0B-5D92-4545-8D19-4D125C04F67C}" dt="2025-09-22T17:21:53.833" v="659" actId="113"/>
          <ac:spMkLst>
            <pc:docMk/>
            <pc:sldMk cId="2420987164" sldId="263"/>
            <ac:spMk id="2" creationId="{1ECCF259-139F-44D1-8F9B-EEE2685B3967}"/>
          </ac:spMkLst>
        </pc:spChg>
      </pc:sldChg>
      <pc:sldChg chg="modSp new del mod">
        <pc:chgData name="Lwasampijja Mike" userId="86f4dd50fab1ff77" providerId="LiveId" clId="{60D9CB0B-5D92-4545-8D19-4D125C04F67C}" dt="2025-09-22T17:12:52.184" v="411" actId="2696"/>
        <pc:sldMkLst>
          <pc:docMk/>
          <pc:sldMk cId="2851244155" sldId="263"/>
        </pc:sldMkLst>
        <pc:spChg chg="mod">
          <ac:chgData name="Lwasampijja Mike" userId="86f4dd50fab1ff77" providerId="LiveId" clId="{60D9CB0B-5D92-4545-8D19-4D125C04F67C}" dt="2025-09-22T17:11:48.130" v="396" actId="122"/>
          <ac:spMkLst>
            <pc:docMk/>
            <pc:sldMk cId="2851244155" sldId="263"/>
            <ac:spMk id="2" creationId="{31D23B62-E209-4F92-9A77-A1B02B7288EC}"/>
          </ac:spMkLst>
        </pc:spChg>
        <pc:spChg chg="mod">
          <ac:chgData name="Lwasampijja Mike" userId="86f4dd50fab1ff77" providerId="LiveId" clId="{60D9CB0B-5D92-4545-8D19-4D125C04F67C}" dt="2025-09-22T17:12:44.772" v="410" actId="20577"/>
          <ac:spMkLst>
            <pc:docMk/>
            <pc:sldMk cId="2851244155" sldId="263"/>
            <ac:spMk id="3" creationId="{37636F59-D62F-47E0-B990-38984574D5A2}"/>
          </ac:spMkLst>
        </pc:spChg>
      </pc:sldChg>
      <pc:sldMasterChg chg="modTransition modAnim modSldLayout">
        <pc:chgData name="Lwasampijja Mike" userId="86f4dd50fab1ff77" providerId="LiveId" clId="{60D9CB0B-5D92-4545-8D19-4D125C04F67C}" dt="2025-09-22T17:59:45.819" v="1001"/>
        <pc:sldMasterMkLst>
          <pc:docMk/>
          <pc:sldMasterMk cId="1625687421" sldId="2147483660"/>
        </pc:sldMasterMkLst>
        <pc:sldLayoutChg chg="modTransition">
          <pc:chgData name="Lwasampijja Mike" userId="86f4dd50fab1ff77" providerId="LiveId" clId="{60D9CB0B-5D92-4545-8D19-4D125C04F67C}" dt="2025-09-22T17:59:45.819" v="1001"/>
          <pc:sldLayoutMkLst>
            <pc:docMk/>
            <pc:sldMasterMk cId="1625687421" sldId="2147483660"/>
            <pc:sldLayoutMk cId="2116610488" sldId="2147483661"/>
          </pc:sldLayoutMkLst>
        </pc:sldLayoutChg>
        <pc:sldLayoutChg chg="modTransition">
          <pc:chgData name="Lwasampijja Mike" userId="86f4dd50fab1ff77" providerId="LiveId" clId="{60D9CB0B-5D92-4545-8D19-4D125C04F67C}" dt="2025-09-22T17:59:45.819" v="1001"/>
          <pc:sldLayoutMkLst>
            <pc:docMk/>
            <pc:sldMasterMk cId="1625687421" sldId="2147483660"/>
            <pc:sldLayoutMk cId="485831089" sldId="2147483662"/>
          </pc:sldLayoutMkLst>
        </pc:sldLayoutChg>
        <pc:sldLayoutChg chg="modTransition">
          <pc:chgData name="Lwasampijja Mike" userId="86f4dd50fab1ff77" providerId="LiveId" clId="{60D9CB0B-5D92-4545-8D19-4D125C04F67C}" dt="2025-09-22T17:59:45.819" v="1001"/>
          <pc:sldLayoutMkLst>
            <pc:docMk/>
            <pc:sldMasterMk cId="1625687421" sldId="2147483660"/>
            <pc:sldLayoutMk cId="3855077634" sldId="2147483663"/>
          </pc:sldLayoutMkLst>
        </pc:sldLayoutChg>
        <pc:sldLayoutChg chg="modTransition">
          <pc:chgData name="Lwasampijja Mike" userId="86f4dd50fab1ff77" providerId="LiveId" clId="{60D9CB0B-5D92-4545-8D19-4D125C04F67C}" dt="2025-09-22T17:59:45.819" v="1001"/>
          <pc:sldLayoutMkLst>
            <pc:docMk/>
            <pc:sldMasterMk cId="1625687421" sldId="2147483660"/>
            <pc:sldLayoutMk cId="3503594580" sldId="2147483664"/>
          </pc:sldLayoutMkLst>
        </pc:sldLayoutChg>
        <pc:sldLayoutChg chg="modTransition">
          <pc:chgData name="Lwasampijja Mike" userId="86f4dd50fab1ff77" providerId="LiveId" clId="{60D9CB0B-5D92-4545-8D19-4D125C04F67C}" dt="2025-09-22T17:59:45.819" v="1001"/>
          <pc:sldLayoutMkLst>
            <pc:docMk/>
            <pc:sldMasterMk cId="1625687421" sldId="2147483660"/>
            <pc:sldLayoutMk cId="3422837451" sldId="2147483665"/>
          </pc:sldLayoutMkLst>
        </pc:sldLayoutChg>
        <pc:sldLayoutChg chg="modTransition">
          <pc:chgData name="Lwasampijja Mike" userId="86f4dd50fab1ff77" providerId="LiveId" clId="{60D9CB0B-5D92-4545-8D19-4D125C04F67C}" dt="2025-09-22T17:59:45.819" v="1001"/>
          <pc:sldLayoutMkLst>
            <pc:docMk/>
            <pc:sldMasterMk cId="1625687421" sldId="2147483660"/>
            <pc:sldLayoutMk cId="3407751235" sldId="2147483666"/>
          </pc:sldLayoutMkLst>
        </pc:sldLayoutChg>
        <pc:sldLayoutChg chg="modTransition">
          <pc:chgData name="Lwasampijja Mike" userId="86f4dd50fab1ff77" providerId="LiveId" clId="{60D9CB0B-5D92-4545-8D19-4D125C04F67C}" dt="2025-09-22T17:59:45.819" v="1001"/>
          <pc:sldLayoutMkLst>
            <pc:docMk/>
            <pc:sldMasterMk cId="1625687421" sldId="2147483660"/>
            <pc:sldLayoutMk cId="2192230889" sldId="2147483667"/>
          </pc:sldLayoutMkLst>
        </pc:sldLayoutChg>
        <pc:sldLayoutChg chg="modTransition">
          <pc:chgData name="Lwasampijja Mike" userId="86f4dd50fab1ff77" providerId="LiveId" clId="{60D9CB0B-5D92-4545-8D19-4D125C04F67C}" dt="2025-09-22T17:59:45.819" v="1001"/>
          <pc:sldLayoutMkLst>
            <pc:docMk/>
            <pc:sldMasterMk cId="1625687421" sldId="2147483660"/>
            <pc:sldLayoutMk cId="918070658" sldId="2147483668"/>
          </pc:sldLayoutMkLst>
        </pc:sldLayoutChg>
        <pc:sldLayoutChg chg="modTransition">
          <pc:chgData name="Lwasampijja Mike" userId="86f4dd50fab1ff77" providerId="LiveId" clId="{60D9CB0B-5D92-4545-8D19-4D125C04F67C}" dt="2025-09-22T17:59:45.819" v="1001"/>
          <pc:sldLayoutMkLst>
            <pc:docMk/>
            <pc:sldMasterMk cId="1625687421" sldId="2147483660"/>
            <pc:sldLayoutMk cId="1026161406" sldId="2147483669"/>
          </pc:sldLayoutMkLst>
        </pc:sldLayoutChg>
        <pc:sldLayoutChg chg="modTransition">
          <pc:chgData name="Lwasampijja Mike" userId="86f4dd50fab1ff77" providerId="LiveId" clId="{60D9CB0B-5D92-4545-8D19-4D125C04F67C}" dt="2025-09-22T17:59:45.819" v="1001"/>
          <pc:sldLayoutMkLst>
            <pc:docMk/>
            <pc:sldMasterMk cId="1625687421" sldId="2147483660"/>
            <pc:sldLayoutMk cId="3160562566" sldId="2147483670"/>
          </pc:sldLayoutMkLst>
        </pc:sldLayoutChg>
        <pc:sldLayoutChg chg="modTransition">
          <pc:chgData name="Lwasampijja Mike" userId="86f4dd50fab1ff77" providerId="LiveId" clId="{60D9CB0B-5D92-4545-8D19-4D125C04F67C}" dt="2025-09-22T17:59:45.819" v="1001"/>
          <pc:sldLayoutMkLst>
            <pc:docMk/>
            <pc:sldMasterMk cId="1625687421" sldId="2147483660"/>
            <pc:sldLayoutMk cId="1778105637" sldId="2147483671"/>
          </pc:sldLayoutMkLst>
        </pc:sldLayoutChg>
        <pc:sldLayoutChg chg="modTransition">
          <pc:chgData name="Lwasampijja Mike" userId="86f4dd50fab1ff77" providerId="LiveId" clId="{60D9CB0B-5D92-4545-8D19-4D125C04F67C}" dt="2025-09-22T17:59:45.819" v="1001"/>
          <pc:sldLayoutMkLst>
            <pc:docMk/>
            <pc:sldMasterMk cId="1625687421" sldId="2147483660"/>
            <pc:sldLayoutMk cId="2311385702" sldId="2147483672"/>
          </pc:sldLayoutMkLst>
        </pc:sldLayoutChg>
        <pc:sldLayoutChg chg="modTransition">
          <pc:chgData name="Lwasampijja Mike" userId="86f4dd50fab1ff77" providerId="LiveId" clId="{60D9CB0B-5D92-4545-8D19-4D125C04F67C}" dt="2025-09-22T17:59:45.819" v="1001"/>
          <pc:sldLayoutMkLst>
            <pc:docMk/>
            <pc:sldMasterMk cId="1625687421" sldId="2147483660"/>
            <pc:sldLayoutMk cId="2253670007" sldId="2147483673"/>
          </pc:sldLayoutMkLst>
        </pc:sldLayoutChg>
        <pc:sldLayoutChg chg="modTransition">
          <pc:chgData name="Lwasampijja Mike" userId="86f4dd50fab1ff77" providerId="LiveId" clId="{60D9CB0B-5D92-4545-8D19-4D125C04F67C}" dt="2025-09-22T17:59:45.819" v="1001"/>
          <pc:sldLayoutMkLst>
            <pc:docMk/>
            <pc:sldMasterMk cId="1625687421" sldId="2147483660"/>
            <pc:sldLayoutMk cId="868601185" sldId="2147483674"/>
          </pc:sldLayoutMkLst>
        </pc:sldLayoutChg>
        <pc:sldLayoutChg chg="modTransition">
          <pc:chgData name="Lwasampijja Mike" userId="86f4dd50fab1ff77" providerId="LiveId" clId="{60D9CB0B-5D92-4545-8D19-4D125C04F67C}" dt="2025-09-22T17:59:45.819" v="1001"/>
          <pc:sldLayoutMkLst>
            <pc:docMk/>
            <pc:sldMasterMk cId="1625687421" sldId="2147483660"/>
            <pc:sldLayoutMk cId="2241575735" sldId="2147483675"/>
          </pc:sldLayoutMkLst>
        </pc:sldLayoutChg>
        <pc:sldLayoutChg chg="modTransition">
          <pc:chgData name="Lwasampijja Mike" userId="86f4dd50fab1ff77" providerId="LiveId" clId="{60D9CB0B-5D92-4545-8D19-4D125C04F67C}" dt="2025-09-22T17:59:45.819" v="1001"/>
          <pc:sldLayoutMkLst>
            <pc:docMk/>
            <pc:sldMasterMk cId="1625687421" sldId="2147483660"/>
            <pc:sldLayoutMk cId="3684412040" sldId="2147483676"/>
          </pc:sldLayoutMkLst>
        </pc:sldLayoutChg>
        <pc:sldLayoutChg chg="modTransition">
          <pc:chgData name="Lwasampijja Mike" userId="86f4dd50fab1ff77" providerId="LiveId" clId="{60D9CB0B-5D92-4545-8D19-4D125C04F67C}" dt="2025-09-22T17:59:45.819" v="1001"/>
          <pc:sldLayoutMkLst>
            <pc:docMk/>
            <pc:sldMasterMk cId="1625687421" sldId="2147483660"/>
            <pc:sldLayoutMk cId="3416036911" sldId="2147483677"/>
          </pc:sldLayoutMkLst>
        </pc:sldLayoutChg>
        <pc:sldLayoutChg chg="modTransition">
          <pc:chgData name="Lwasampijja Mike" userId="86f4dd50fab1ff77" providerId="LiveId" clId="{60D9CB0B-5D92-4545-8D19-4D125C04F67C}" dt="2025-09-22T17:59:45.819" v="1001"/>
          <pc:sldLayoutMkLst>
            <pc:docMk/>
            <pc:sldMasterMk cId="1625687421" sldId="2147483660"/>
            <pc:sldLayoutMk cId="3123324347" sldId="214748367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770720-957F-477A-8F62-E9571DD35029}" type="datetimeFigureOut">
              <a:rPr lang="en-UG" smtClean="0"/>
              <a:t>22/09/2025</a:t>
            </a:fld>
            <a:endParaRPr lang="en-U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9C4AFB-6843-430C-AAE6-281FA9CD154D}" type="slidenum">
              <a:rPr lang="en-UG" smtClean="0"/>
              <a:t>‹#›</a:t>
            </a:fld>
            <a:endParaRPr lang="en-UG"/>
          </a:p>
        </p:txBody>
      </p:sp>
    </p:spTree>
    <p:extLst>
      <p:ext uri="{BB962C8B-B14F-4D97-AF65-F5344CB8AC3E}">
        <p14:creationId xmlns:p14="http://schemas.microsoft.com/office/powerpoint/2010/main" val="1048830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071A0A-74EA-43F6-AF79-05C070281E50}" type="datetimeFigureOut">
              <a:rPr lang="en-UG" smtClean="0"/>
              <a:t>22/09/2025</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AD558951-5294-40B6-8172-A20BFB96F9C4}" type="slidenum">
              <a:rPr lang="en-UG" smtClean="0"/>
              <a:t>‹#›</a:t>
            </a:fld>
            <a:endParaRPr lang="en-UG"/>
          </a:p>
        </p:txBody>
      </p:sp>
    </p:spTree>
    <p:extLst>
      <p:ext uri="{BB962C8B-B14F-4D97-AF65-F5344CB8AC3E}">
        <p14:creationId xmlns:p14="http://schemas.microsoft.com/office/powerpoint/2010/main" val="2116610488"/>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1" name="cashreg.wav"/>
          </p:stSnd>
        </p:sndAc>
      </p:transition>
    </mc:Choice>
    <mc:Fallback>
      <p:transition spd="slow" advTm="254000">
        <p:fade/>
        <p:sndAc>
          <p:stSnd>
            <p:snd r:embed="rId1" name="cashreg.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071A0A-74EA-43F6-AF79-05C070281E50}" type="datetimeFigureOut">
              <a:rPr lang="en-UG" smtClean="0"/>
              <a:t>22/09/2025</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AD558951-5294-40B6-8172-A20BFB96F9C4}" type="slidenum">
              <a:rPr lang="en-UG" smtClean="0"/>
              <a:t>‹#›</a:t>
            </a:fld>
            <a:endParaRPr lang="en-UG"/>
          </a:p>
        </p:txBody>
      </p:sp>
    </p:spTree>
    <p:extLst>
      <p:ext uri="{BB962C8B-B14F-4D97-AF65-F5344CB8AC3E}">
        <p14:creationId xmlns:p14="http://schemas.microsoft.com/office/powerpoint/2010/main" val="485831089"/>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1" name="cashreg.wav"/>
          </p:stSnd>
        </p:sndAc>
      </p:transition>
    </mc:Choice>
    <mc:Fallback>
      <p:transition spd="slow" advTm="254000">
        <p:fade/>
        <p:sndAc>
          <p:stSnd>
            <p:snd r:embed="rId1" name="cashreg.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071A0A-74EA-43F6-AF79-05C070281E50}" type="datetimeFigureOut">
              <a:rPr lang="en-UG" smtClean="0"/>
              <a:t>22/09/2025</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AD558951-5294-40B6-8172-A20BFB96F9C4}" type="slidenum">
              <a:rPr lang="en-UG" smtClean="0"/>
              <a:t>‹#›</a:t>
            </a:fld>
            <a:endParaRPr lang="en-UG"/>
          </a:p>
        </p:txBody>
      </p:sp>
    </p:spTree>
    <p:extLst>
      <p:ext uri="{BB962C8B-B14F-4D97-AF65-F5344CB8AC3E}">
        <p14:creationId xmlns:p14="http://schemas.microsoft.com/office/powerpoint/2010/main" val="3855077634"/>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1" name="cashreg.wav"/>
          </p:stSnd>
        </p:sndAc>
      </p:transition>
    </mc:Choice>
    <mc:Fallback>
      <p:transition spd="slow" advTm="254000">
        <p:fade/>
        <p:sndAc>
          <p:stSnd>
            <p:snd r:embed="rId1" name="cashreg.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071A0A-74EA-43F6-AF79-05C070281E50}" type="datetimeFigureOut">
              <a:rPr lang="en-UG" smtClean="0"/>
              <a:t>22/09/2025</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AD558951-5294-40B6-8172-A20BFB96F9C4}" type="slidenum">
              <a:rPr lang="en-UG" smtClean="0"/>
              <a:t>‹#›</a:t>
            </a:fld>
            <a:endParaRPr lang="en-UG"/>
          </a:p>
        </p:txBody>
      </p:sp>
    </p:spTree>
    <p:extLst>
      <p:ext uri="{BB962C8B-B14F-4D97-AF65-F5344CB8AC3E}">
        <p14:creationId xmlns:p14="http://schemas.microsoft.com/office/powerpoint/2010/main" val="3503594580"/>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1" name="cashreg.wav"/>
          </p:stSnd>
        </p:sndAc>
      </p:transition>
    </mc:Choice>
    <mc:Fallback>
      <p:transition spd="slow" advTm="254000">
        <p:fade/>
        <p:sndAc>
          <p:stSnd>
            <p:snd r:embed="rId1" name="cashreg.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071A0A-74EA-43F6-AF79-05C070281E50}" type="datetimeFigureOut">
              <a:rPr lang="en-UG" smtClean="0"/>
              <a:t>22/09/2025</a:t>
            </a:fld>
            <a:endParaRPr lang="en-UG"/>
          </a:p>
        </p:txBody>
      </p:sp>
      <p:sp>
        <p:nvSpPr>
          <p:cNvPr id="8" name="Footer Placeholder 7"/>
          <p:cNvSpPr>
            <a:spLocks noGrp="1"/>
          </p:cNvSpPr>
          <p:nvPr>
            <p:ph type="ftr" sz="quarter" idx="11"/>
          </p:nvPr>
        </p:nvSpPr>
        <p:spPr/>
        <p:txBody>
          <a:bodyPr/>
          <a:lstStyle/>
          <a:p>
            <a:endParaRPr lang="en-UG"/>
          </a:p>
        </p:txBody>
      </p:sp>
      <p:sp>
        <p:nvSpPr>
          <p:cNvPr id="9" name="Slide Number Placeholder 8"/>
          <p:cNvSpPr>
            <a:spLocks noGrp="1"/>
          </p:cNvSpPr>
          <p:nvPr>
            <p:ph type="sldNum" sz="quarter" idx="12"/>
          </p:nvPr>
        </p:nvSpPr>
        <p:spPr/>
        <p:txBody>
          <a:bodyPr/>
          <a:lstStyle/>
          <a:p>
            <a:fld id="{AD558951-5294-40B6-8172-A20BFB96F9C4}" type="slidenum">
              <a:rPr lang="en-UG" smtClean="0"/>
              <a:t>‹#›</a:t>
            </a:fld>
            <a:endParaRPr lang="en-UG"/>
          </a:p>
        </p:txBody>
      </p:sp>
    </p:spTree>
    <p:extLst>
      <p:ext uri="{BB962C8B-B14F-4D97-AF65-F5344CB8AC3E}">
        <p14:creationId xmlns:p14="http://schemas.microsoft.com/office/powerpoint/2010/main" val="3422837451"/>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1" name="cashreg.wav"/>
          </p:stSnd>
        </p:sndAc>
      </p:transition>
    </mc:Choice>
    <mc:Fallback>
      <p:transition spd="slow" advTm="254000">
        <p:fade/>
        <p:sndAc>
          <p:stSnd>
            <p:snd r:embed="rId1" name="cashreg.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071A0A-74EA-43F6-AF79-05C070281E50}" type="datetimeFigureOut">
              <a:rPr lang="en-UG" smtClean="0"/>
              <a:t>22/09/2025</a:t>
            </a:fld>
            <a:endParaRPr lang="en-UG"/>
          </a:p>
        </p:txBody>
      </p:sp>
      <p:sp>
        <p:nvSpPr>
          <p:cNvPr id="4" name="Footer Placeholder 3"/>
          <p:cNvSpPr>
            <a:spLocks noGrp="1"/>
          </p:cNvSpPr>
          <p:nvPr>
            <p:ph type="ftr" sz="quarter" idx="11"/>
          </p:nvPr>
        </p:nvSpPr>
        <p:spPr/>
        <p:txBody>
          <a:bodyPr/>
          <a:lstStyle/>
          <a:p>
            <a:endParaRPr lang="en-UG"/>
          </a:p>
        </p:txBody>
      </p:sp>
      <p:sp>
        <p:nvSpPr>
          <p:cNvPr id="5" name="Slide Number Placeholder 4"/>
          <p:cNvSpPr>
            <a:spLocks noGrp="1"/>
          </p:cNvSpPr>
          <p:nvPr>
            <p:ph type="sldNum" sz="quarter" idx="12"/>
          </p:nvPr>
        </p:nvSpPr>
        <p:spPr/>
        <p:txBody>
          <a:bodyPr/>
          <a:lstStyle/>
          <a:p>
            <a:fld id="{AD558951-5294-40B6-8172-A20BFB96F9C4}" type="slidenum">
              <a:rPr lang="en-UG" smtClean="0"/>
              <a:t>‹#›</a:t>
            </a:fld>
            <a:endParaRPr lang="en-UG"/>
          </a:p>
        </p:txBody>
      </p:sp>
    </p:spTree>
    <p:extLst>
      <p:ext uri="{BB962C8B-B14F-4D97-AF65-F5344CB8AC3E}">
        <p14:creationId xmlns:p14="http://schemas.microsoft.com/office/powerpoint/2010/main" val="3407751235"/>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1" name="cashreg.wav"/>
          </p:stSnd>
        </p:sndAc>
      </p:transition>
    </mc:Choice>
    <mc:Fallback>
      <p:transition spd="slow" advTm="254000">
        <p:fade/>
        <p:sndAc>
          <p:stSnd>
            <p:snd r:embed="rId1" name="cashreg.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5D071A0A-74EA-43F6-AF79-05C070281E50}" type="datetimeFigureOut">
              <a:rPr lang="en-UG" smtClean="0"/>
              <a:t>22/09/2025</a:t>
            </a:fld>
            <a:endParaRPr lang="en-UG"/>
          </a:p>
        </p:txBody>
      </p:sp>
      <p:sp>
        <p:nvSpPr>
          <p:cNvPr id="3" name="Footer Placeholder 2"/>
          <p:cNvSpPr>
            <a:spLocks noGrp="1"/>
          </p:cNvSpPr>
          <p:nvPr>
            <p:ph type="ftr" sz="quarter" idx="11"/>
          </p:nvPr>
        </p:nvSpPr>
        <p:spPr/>
        <p:txBody>
          <a:bodyPr/>
          <a:lstStyle/>
          <a:p>
            <a:endParaRPr lang="en-UG"/>
          </a:p>
        </p:txBody>
      </p:sp>
      <p:sp>
        <p:nvSpPr>
          <p:cNvPr id="4" name="Slide Number Placeholder 3"/>
          <p:cNvSpPr>
            <a:spLocks noGrp="1"/>
          </p:cNvSpPr>
          <p:nvPr>
            <p:ph type="sldNum" sz="quarter" idx="12"/>
          </p:nvPr>
        </p:nvSpPr>
        <p:spPr/>
        <p:txBody>
          <a:bodyPr/>
          <a:lstStyle/>
          <a:p>
            <a:fld id="{AD558951-5294-40B6-8172-A20BFB96F9C4}" type="slidenum">
              <a:rPr lang="en-UG" smtClean="0"/>
              <a:t>‹#›</a:t>
            </a:fld>
            <a:endParaRPr lang="en-UG"/>
          </a:p>
        </p:txBody>
      </p:sp>
    </p:spTree>
    <p:extLst>
      <p:ext uri="{BB962C8B-B14F-4D97-AF65-F5344CB8AC3E}">
        <p14:creationId xmlns:p14="http://schemas.microsoft.com/office/powerpoint/2010/main" val="2192230889"/>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1" name="cashreg.wav"/>
          </p:stSnd>
        </p:sndAc>
      </p:transition>
    </mc:Choice>
    <mc:Fallback>
      <p:transition spd="slow" advTm="254000">
        <p:fade/>
        <p:sndAc>
          <p:stSnd>
            <p:snd r:embed="rId1" name="cashreg.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071A0A-74EA-43F6-AF79-05C070281E50}" type="datetimeFigureOut">
              <a:rPr lang="en-UG" smtClean="0"/>
              <a:t>22/09/2025</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AD558951-5294-40B6-8172-A20BFB96F9C4}" type="slidenum">
              <a:rPr lang="en-UG" smtClean="0"/>
              <a:t>‹#›</a:t>
            </a:fld>
            <a:endParaRPr lang="en-UG"/>
          </a:p>
        </p:txBody>
      </p:sp>
    </p:spTree>
    <p:extLst>
      <p:ext uri="{BB962C8B-B14F-4D97-AF65-F5344CB8AC3E}">
        <p14:creationId xmlns:p14="http://schemas.microsoft.com/office/powerpoint/2010/main" val="918070658"/>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1" name="cashreg.wav"/>
          </p:stSnd>
        </p:sndAc>
      </p:transition>
    </mc:Choice>
    <mc:Fallback>
      <p:transition spd="slow" advTm="254000">
        <p:fade/>
        <p:sndAc>
          <p:stSnd>
            <p:snd r:embed="rId1" name="cashreg.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071A0A-74EA-43F6-AF79-05C070281E50}" type="datetimeFigureOut">
              <a:rPr lang="en-UG" smtClean="0"/>
              <a:t>22/09/2025</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AD558951-5294-40B6-8172-A20BFB96F9C4}" type="slidenum">
              <a:rPr lang="en-UG" smtClean="0"/>
              <a:t>‹#›</a:t>
            </a:fld>
            <a:endParaRPr lang="en-UG"/>
          </a:p>
        </p:txBody>
      </p:sp>
    </p:spTree>
    <p:extLst>
      <p:ext uri="{BB962C8B-B14F-4D97-AF65-F5344CB8AC3E}">
        <p14:creationId xmlns:p14="http://schemas.microsoft.com/office/powerpoint/2010/main" val="1026161406"/>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1" name="cashreg.wav"/>
          </p:stSnd>
        </p:sndAc>
      </p:transition>
    </mc:Choice>
    <mc:Fallback>
      <p:transition spd="slow" advTm="254000">
        <p:fade/>
        <p:sndAc>
          <p:stSnd>
            <p:snd r:embed="rId1" name="cashreg.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071A0A-74EA-43F6-AF79-05C070281E50}" type="datetimeFigureOut">
              <a:rPr lang="en-UG" smtClean="0"/>
              <a:t>22/09/2025</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AD558951-5294-40B6-8172-A20BFB96F9C4}" type="slidenum">
              <a:rPr lang="en-UG" smtClean="0"/>
              <a:t>‹#›</a:t>
            </a:fld>
            <a:endParaRPr lang="en-UG"/>
          </a:p>
        </p:txBody>
      </p:sp>
    </p:spTree>
    <p:extLst>
      <p:ext uri="{BB962C8B-B14F-4D97-AF65-F5344CB8AC3E}">
        <p14:creationId xmlns:p14="http://schemas.microsoft.com/office/powerpoint/2010/main" val="3160562566"/>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1" name="cashreg.wav"/>
          </p:stSnd>
        </p:sndAc>
      </p:transition>
    </mc:Choice>
    <mc:Fallback>
      <p:transition spd="slow" advTm="254000">
        <p:fade/>
        <p:sndAc>
          <p:stSnd>
            <p:snd r:embed="rId1" name="cashreg.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071A0A-74EA-43F6-AF79-05C070281E50}" type="datetimeFigureOut">
              <a:rPr lang="en-UG" smtClean="0"/>
              <a:t>22/09/2025</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AD558951-5294-40B6-8172-A20BFB96F9C4}" type="slidenum">
              <a:rPr lang="en-UG" smtClean="0"/>
              <a:t>‹#›</a:t>
            </a:fld>
            <a:endParaRPr lang="en-UG"/>
          </a:p>
        </p:txBody>
      </p:sp>
    </p:spTree>
    <p:extLst>
      <p:ext uri="{BB962C8B-B14F-4D97-AF65-F5344CB8AC3E}">
        <p14:creationId xmlns:p14="http://schemas.microsoft.com/office/powerpoint/2010/main" val="1778105637"/>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1" name="cashreg.wav"/>
          </p:stSnd>
        </p:sndAc>
      </p:transition>
    </mc:Choice>
    <mc:Fallback>
      <p:transition spd="slow" advTm="254000">
        <p:fade/>
        <p:sndAc>
          <p:stSnd>
            <p:snd r:embed="rId1" name="cashreg.wav"/>
          </p:stSnd>
        </p:sndAc>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071A0A-74EA-43F6-AF79-05C070281E50}" type="datetimeFigureOut">
              <a:rPr lang="en-UG" smtClean="0"/>
              <a:t>22/09/2025</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AD558951-5294-40B6-8172-A20BFB96F9C4}" type="slidenum">
              <a:rPr lang="en-UG" smtClean="0"/>
              <a:t>‹#›</a:t>
            </a:fld>
            <a:endParaRPr lang="en-UG"/>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11385702"/>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1" name="cashreg.wav"/>
          </p:stSnd>
        </p:sndAc>
      </p:transition>
    </mc:Choice>
    <mc:Fallback>
      <p:transition spd="slow" advTm="254000">
        <p:fade/>
        <p:sndAc>
          <p:stSnd>
            <p:snd r:embed="rId1" name="cashreg.wav"/>
          </p:stSnd>
        </p:sndAc>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071A0A-74EA-43F6-AF79-05C070281E50}" type="datetimeFigureOut">
              <a:rPr lang="en-UG" smtClean="0"/>
              <a:t>22/09/2025</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AD558951-5294-40B6-8172-A20BFB96F9C4}" type="slidenum">
              <a:rPr lang="en-UG" smtClean="0"/>
              <a:t>‹#›</a:t>
            </a:fld>
            <a:endParaRPr lang="en-UG"/>
          </a:p>
        </p:txBody>
      </p:sp>
    </p:spTree>
    <p:extLst>
      <p:ext uri="{BB962C8B-B14F-4D97-AF65-F5344CB8AC3E}">
        <p14:creationId xmlns:p14="http://schemas.microsoft.com/office/powerpoint/2010/main" val="2253670007"/>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1" name="cashreg.wav"/>
          </p:stSnd>
        </p:sndAc>
      </p:transition>
    </mc:Choice>
    <mc:Fallback>
      <p:transition spd="slow" advTm="254000">
        <p:fade/>
        <p:sndAc>
          <p:stSnd>
            <p:snd r:embed="rId1" name="cashreg.wav"/>
          </p:stSnd>
        </p:sndAc>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D071A0A-74EA-43F6-AF79-05C070281E50}" type="datetimeFigureOut">
              <a:rPr lang="en-UG" smtClean="0"/>
              <a:t>22/09/2025</a:t>
            </a:fld>
            <a:endParaRPr lang="en-UG"/>
          </a:p>
        </p:txBody>
      </p:sp>
      <p:sp>
        <p:nvSpPr>
          <p:cNvPr id="4" name="Footer Placeholder 3"/>
          <p:cNvSpPr>
            <a:spLocks noGrp="1"/>
          </p:cNvSpPr>
          <p:nvPr>
            <p:ph type="ftr" sz="quarter" idx="11"/>
          </p:nvPr>
        </p:nvSpPr>
        <p:spPr/>
        <p:txBody>
          <a:bodyPr/>
          <a:lstStyle/>
          <a:p>
            <a:endParaRPr lang="en-UG"/>
          </a:p>
        </p:txBody>
      </p:sp>
      <p:sp>
        <p:nvSpPr>
          <p:cNvPr id="5" name="Slide Number Placeholder 4"/>
          <p:cNvSpPr>
            <a:spLocks noGrp="1"/>
          </p:cNvSpPr>
          <p:nvPr>
            <p:ph type="sldNum" sz="quarter" idx="12"/>
          </p:nvPr>
        </p:nvSpPr>
        <p:spPr/>
        <p:txBody>
          <a:bodyPr/>
          <a:lstStyle/>
          <a:p>
            <a:fld id="{AD558951-5294-40B6-8172-A20BFB96F9C4}" type="slidenum">
              <a:rPr lang="en-UG" smtClean="0"/>
              <a:t>‹#›</a:t>
            </a:fld>
            <a:endParaRPr lang="en-UG"/>
          </a:p>
        </p:txBody>
      </p:sp>
    </p:spTree>
    <p:extLst>
      <p:ext uri="{BB962C8B-B14F-4D97-AF65-F5344CB8AC3E}">
        <p14:creationId xmlns:p14="http://schemas.microsoft.com/office/powerpoint/2010/main" val="868601185"/>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1" name="cashreg.wav"/>
          </p:stSnd>
        </p:sndAc>
      </p:transition>
    </mc:Choice>
    <mc:Fallback>
      <p:transition spd="slow" advTm="254000">
        <p:fade/>
        <p:sndAc>
          <p:stSnd>
            <p:snd r:embed="rId1" name="cashreg.wav"/>
          </p:stSnd>
        </p:sndAc>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D071A0A-74EA-43F6-AF79-05C070281E50}" type="datetimeFigureOut">
              <a:rPr lang="en-UG" smtClean="0"/>
              <a:t>22/09/2025</a:t>
            </a:fld>
            <a:endParaRPr lang="en-UG"/>
          </a:p>
        </p:txBody>
      </p:sp>
      <p:sp>
        <p:nvSpPr>
          <p:cNvPr id="4" name="Footer Placeholder 3"/>
          <p:cNvSpPr>
            <a:spLocks noGrp="1"/>
          </p:cNvSpPr>
          <p:nvPr>
            <p:ph type="ftr" sz="quarter" idx="11"/>
          </p:nvPr>
        </p:nvSpPr>
        <p:spPr/>
        <p:txBody>
          <a:bodyPr/>
          <a:lstStyle/>
          <a:p>
            <a:endParaRPr lang="en-UG"/>
          </a:p>
        </p:txBody>
      </p:sp>
      <p:sp>
        <p:nvSpPr>
          <p:cNvPr id="5" name="Slide Number Placeholder 4"/>
          <p:cNvSpPr>
            <a:spLocks noGrp="1"/>
          </p:cNvSpPr>
          <p:nvPr>
            <p:ph type="sldNum" sz="quarter" idx="12"/>
          </p:nvPr>
        </p:nvSpPr>
        <p:spPr/>
        <p:txBody>
          <a:bodyPr/>
          <a:lstStyle/>
          <a:p>
            <a:fld id="{AD558951-5294-40B6-8172-A20BFB96F9C4}" type="slidenum">
              <a:rPr lang="en-UG" smtClean="0"/>
              <a:t>‹#›</a:t>
            </a:fld>
            <a:endParaRPr lang="en-UG"/>
          </a:p>
        </p:txBody>
      </p:sp>
    </p:spTree>
    <p:extLst>
      <p:ext uri="{BB962C8B-B14F-4D97-AF65-F5344CB8AC3E}">
        <p14:creationId xmlns:p14="http://schemas.microsoft.com/office/powerpoint/2010/main" val="2241575735"/>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1" name="cashreg.wav"/>
          </p:stSnd>
        </p:sndAc>
      </p:transition>
    </mc:Choice>
    <mc:Fallback>
      <p:transition spd="slow" advTm="254000">
        <p:fade/>
        <p:sndAc>
          <p:stSnd>
            <p:snd r:embed="rId1" name="cashreg.wav"/>
          </p:stSnd>
        </p:sndAc>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071A0A-74EA-43F6-AF79-05C070281E50}" type="datetimeFigureOut">
              <a:rPr lang="en-UG" smtClean="0"/>
              <a:t>22/09/2025</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AD558951-5294-40B6-8172-A20BFB96F9C4}" type="slidenum">
              <a:rPr lang="en-UG" smtClean="0"/>
              <a:t>‹#›</a:t>
            </a:fld>
            <a:endParaRPr lang="en-UG"/>
          </a:p>
        </p:txBody>
      </p:sp>
    </p:spTree>
    <p:extLst>
      <p:ext uri="{BB962C8B-B14F-4D97-AF65-F5344CB8AC3E}">
        <p14:creationId xmlns:p14="http://schemas.microsoft.com/office/powerpoint/2010/main" val="3684412040"/>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1" name="cashreg.wav"/>
          </p:stSnd>
        </p:sndAc>
      </p:transition>
    </mc:Choice>
    <mc:Fallback>
      <p:transition spd="slow" advTm="254000">
        <p:fade/>
        <p:sndAc>
          <p:stSnd>
            <p:snd r:embed="rId1" name="cashreg.wav"/>
          </p:stSnd>
        </p:sndAc>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071A0A-74EA-43F6-AF79-05C070281E50}" type="datetimeFigureOut">
              <a:rPr lang="en-UG" smtClean="0"/>
              <a:t>22/09/2025</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AD558951-5294-40B6-8172-A20BFB96F9C4}" type="slidenum">
              <a:rPr lang="en-UG" smtClean="0"/>
              <a:t>‹#›</a:t>
            </a:fld>
            <a:endParaRPr lang="en-UG"/>
          </a:p>
        </p:txBody>
      </p:sp>
    </p:spTree>
    <p:extLst>
      <p:ext uri="{BB962C8B-B14F-4D97-AF65-F5344CB8AC3E}">
        <p14:creationId xmlns:p14="http://schemas.microsoft.com/office/powerpoint/2010/main" val="3416036911"/>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1" name="cashreg.wav"/>
          </p:stSnd>
        </p:sndAc>
      </p:transition>
    </mc:Choice>
    <mc:Fallback>
      <p:transition spd="slow" advTm="254000">
        <p:fade/>
        <p:sndAc>
          <p:stSnd>
            <p:snd r:embed="rId1" name="cashreg.wav"/>
          </p:stSnd>
        </p:sndAc>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492B7-E8FE-4294-A6AF-D4EF90F3B9E3}"/>
              </a:ext>
            </a:extLst>
          </p:cNvPr>
          <p:cNvSpPr>
            <a:spLocks noGrp="1"/>
          </p:cNvSpPr>
          <p:nvPr>
            <p:ph type="title"/>
          </p:nvPr>
        </p:nvSpPr>
        <p:spPr/>
        <p:txBody>
          <a:bodyPr/>
          <a:lstStyle/>
          <a:p>
            <a:r>
              <a:rPr lang="en-US"/>
              <a:t>Click to edit Master title style</a:t>
            </a:r>
            <a:endParaRPr lang="en-UG"/>
          </a:p>
        </p:txBody>
      </p:sp>
      <p:sp>
        <p:nvSpPr>
          <p:cNvPr id="3" name="Content Placeholder 2">
            <a:extLst>
              <a:ext uri="{FF2B5EF4-FFF2-40B4-BE49-F238E27FC236}">
                <a16:creationId xmlns:a16="http://schemas.microsoft.com/office/drawing/2014/main" id="{652F63DB-4185-411D-A684-6B7F28E288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214DED3B-2759-4BF2-954F-C4D426562DEC}"/>
              </a:ext>
            </a:extLst>
          </p:cNvPr>
          <p:cNvSpPr>
            <a:spLocks noGrp="1"/>
          </p:cNvSpPr>
          <p:nvPr>
            <p:ph type="dt" sz="half" idx="10"/>
          </p:nvPr>
        </p:nvSpPr>
        <p:spPr/>
        <p:txBody>
          <a:bodyPr/>
          <a:lstStyle/>
          <a:p>
            <a:fld id="{5D071A0A-74EA-43F6-AF79-05C070281E50}" type="datetimeFigureOut">
              <a:rPr lang="en-UG" smtClean="0"/>
              <a:t>22/09/2025</a:t>
            </a:fld>
            <a:endParaRPr lang="en-UG"/>
          </a:p>
        </p:txBody>
      </p:sp>
      <p:sp>
        <p:nvSpPr>
          <p:cNvPr id="5" name="Footer Placeholder 4">
            <a:extLst>
              <a:ext uri="{FF2B5EF4-FFF2-40B4-BE49-F238E27FC236}">
                <a16:creationId xmlns:a16="http://schemas.microsoft.com/office/drawing/2014/main" id="{102975DC-032D-483C-A460-D41CADDD16B4}"/>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227F243F-7EE5-4F1C-9F89-977BEA653CD7}"/>
              </a:ext>
            </a:extLst>
          </p:cNvPr>
          <p:cNvSpPr>
            <a:spLocks noGrp="1"/>
          </p:cNvSpPr>
          <p:nvPr>
            <p:ph type="sldNum" sz="quarter" idx="12"/>
          </p:nvPr>
        </p:nvSpPr>
        <p:spPr/>
        <p:txBody>
          <a:bodyPr/>
          <a:lstStyle/>
          <a:p>
            <a:fld id="{AD558951-5294-40B6-8172-A20BFB96F9C4}" type="slidenum">
              <a:rPr lang="en-UG" smtClean="0"/>
              <a:t>‹#›</a:t>
            </a:fld>
            <a:endParaRPr lang="en-UG"/>
          </a:p>
        </p:txBody>
      </p:sp>
    </p:spTree>
    <p:extLst>
      <p:ext uri="{BB962C8B-B14F-4D97-AF65-F5344CB8AC3E}">
        <p14:creationId xmlns:p14="http://schemas.microsoft.com/office/powerpoint/2010/main" val="3123324347"/>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1" name="cashreg.wav"/>
          </p:stSnd>
        </p:sndAc>
      </p:transition>
    </mc:Choice>
    <mc:Fallback>
      <p:transition spd="slow" advTm="254000">
        <p:fade/>
        <p:sndAc>
          <p:stSnd>
            <p:snd r:embed="rId1" name="cashreg.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1">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5D071A0A-74EA-43F6-AF79-05C070281E50}" type="datetimeFigureOut">
              <a:rPr lang="en-UG" smtClean="0"/>
              <a:t>22/09/2025</a:t>
            </a:fld>
            <a:endParaRPr lang="en-UG"/>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G"/>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AD558951-5294-40B6-8172-A20BFB96F9C4}" type="slidenum">
              <a:rPr lang="en-UG" smtClean="0"/>
              <a:t>‹#›</a:t>
            </a:fld>
            <a:endParaRPr lang="en-UG"/>
          </a:p>
        </p:txBody>
      </p:sp>
    </p:spTree>
    <p:extLst>
      <p:ext uri="{BB962C8B-B14F-4D97-AF65-F5344CB8AC3E}">
        <p14:creationId xmlns:p14="http://schemas.microsoft.com/office/powerpoint/2010/main" val="16256874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mc:AlternateContent xmlns:mc="http://schemas.openxmlformats.org/markup-compatibility/2006">
    <mc:Choice xmlns:p14="http://schemas.microsoft.com/office/powerpoint/2010/main" Requires="p14">
      <p:transition spd="slow" p14:dur="2000" advTm="254000">
        <p14:doors dir="vert"/>
        <p:sndAc>
          <p:stSnd>
            <p:snd r:embed="rId20" name="cashreg.wav"/>
          </p:stSnd>
        </p:sndAc>
      </p:transition>
    </mc:Choice>
    <mc:Fallback>
      <p:transition spd="slow" advTm="254000">
        <p:fade/>
        <p:sndAc>
          <p:stSnd>
            <p:snd r:embed="rId20" name="cashreg.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circle(in)">
                                      <p:cBhvr>
                                        <p:cTn id="13" dur="2000"/>
                                        <p:tgtEl>
                                          <p:spTgt spid="3">
                                            <p:txEl>
                                              <p:pRg st="0" end="0"/>
                                            </p:txEl>
                                          </p:spTgt>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circle(in)">
                                      <p:cBhvr>
                                        <p:cTn id="16" dur="2000"/>
                                        <p:tgtEl>
                                          <p:spTgt spid="3">
                                            <p:txEl>
                                              <p:pRg st="1" end="1"/>
                                            </p:txEl>
                                          </p:spTgt>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circle(in)">
                                      <p:cBhvr>
                                        <p:cTn id="19" dur="2000"/>
                                        <p:tgtEl>
                                          <p:spTgt spid="3">
                                            <p:txEl>
                                              <p:pRg st="2" end="2"/>
                                            </p:txEl>
                                          </p:spTgt>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circle(in)">
                                      <p:cBhvr>
                                        <p:cTn id="25"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6" presetClass="entr" presetSubtype="16"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circle(in)">
                      <p:cBhvr>
                        <p:cTn dur="2000"/>
                        <p:tgtEl>
                          <p:spTgt spid="3"/>
                        </p:tgtEl>
                      </p:cBhvr>
                    </p:animEffect>
                  </p:childTnLst>
                </p:cTn>
              </p:par>
            </p:tnLst>
          </p:tmpl>
          <p:tmpl lvl="2">
            <p:tnLst>
              <p:par>
                <p:cTn presetID="6" presetClass="entr" presetSubtype="16"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circle(in)">
                      <p:cBhvr>
                        <p:cTn dur="2000"/>
                        <p:tgtEl>
                          <p:spTgt spid="3"/>
                        </p:tgtEl>
                      </p:cBhvr>
                    </p:animEffect>
                  </p:childTnLst>
                </p:cTn>
              </p:par>
            </p:tnLst>
          </p:tmpl>
          <p:tmpl lvl="3">
            <p:tnLst>
              <p:par>
                <p:cTn presetID="6" presetClass="entr" presetSubtype="16"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circle(in)">
                      <p:cBhvr>
                        <p:cTn dur="2000"/>
                        <p:tgtEl>
                          <p:spTgt spid="3"/>
                        </p:tgtEl>
                      </p:cBhvr>
                    </p:animEffect>
                  </p:childTnLst>
                </p:cTn>
              </p:par>
            </p:tnLst>
          </p:tmpl>
          <p:tmpl lvl="4">
            <p:tnLst>
              <p:par>
                <p:cTn presetID="6" presetClass="entr" presetSubtype="16"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circle(in)">
                      <p:cBhvr>
                        <p:cTn dur="2000"/>
                        <p:tgtEl>
                          <p:spTgt spid="3"/>
                        </p:tgtEl>
                      </p:cBhvr>
                    </p:animEffect>
                  </p:childTnLst>
                </p:cTn>
              </p:par>
            </p:tnLst>
          </p:tmpl>
          <p:tmpl lvl="5">
            <p:tnLst>
              <p:par>
                <p:cTn presetID="6" presetClass="entr" presetSubtype="16"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circle(in)">
                      <p:cBhvr>
                        <p:cTn dur="2000"/>
                        <p:tgtEl>
                          <p:spTgt spid="3"/>
                        </p:tgtEl>
                      </p:cBhvr>
                    </p:animEffect>
                  </p:childTnLst>
                </p:cTn>
              </p:par>
            </p:tnLst>
          </p:tmpl>
        </p:tmplLst>
      </p:bldP>
    </p:bldLst>
  </p:timing>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0B2BC-85F2-4EF9-923B-F946F3BCB051}"/>
              </a:ext>
            </a:extLst>
          </p:cNvPr>
          <p:cNvSpPr>
            <a:spLocks noGrp="1"/>
          </p:cNvSpPr>
          <p:nvPr>
            <p:ph type="ctrTitle"/>
          </p:nvPr>
        </p:nvSpPr>
        <p:spPr/>
        <p:txBody>
          <a:bodyPr/>
          <a:lstStyle/>
          <a:p>
            <a:r>
              <a:rPr lang="en-US" dirty="0"/>
              <a:t>MATLAB ASSINGMENT 1</a:t>
            </a:r>
            <a:endParaRPr lang="en-UG" dirty="0"/>
          </a:p>
        </p:txBody>
      </p:sp>
      <p:sp>
        <p:nvSpPr>
          <p:cNvPr id="3" name="Subtitle 2">
            <a:extLst>
              <a:ext uri="{FF2B5EF4-FFF2-40B4-BE49-F238E27FC236}">
                <a16:creationId xmlns:a16="http://schemas.microsoft.com/office/drawing/2014/main" id="{2ADD6D84-CD9B-4B57-B743-0B869462FD2A}"/>
              </a:ext>
            </a:extLst>
          </p:cNvPr>
          <p:cNvSpPr>
            <a:spLocks noGrp="1"/>
          </p:cNvSpPr>
          <p:nvPr>
            <p:ph type="subTitle" idx="1"/>
          </p:nvPr>
        </p:nvSpPr>
        <p:spPr/>
        <p:txBody>
          <a:bodyPr>
            <a:normAutofit/>
          </a:bodyPr>
          <a:lstStyle/>
          <a:p>
            <a:r>
              <a:rPr lang="en-US" sz="4000" dirty="0"/>
              <a:t>By: Group 12</a:t>
            </a:r>
            <a:endParaRPr lang="en-UG" sz="4000" dirty="0"/>
          </a:p>
        </p:txBody>
      </p:sp>
    </p:spTree>
    <p:extLst>
      <p:ext uri="{BB962C8B-B14F-4D97-AF65-F5344CB8AC3E}">
        <p14:creationId xmlns:p14="http://schemas.microsoft.com/office/powerpoint/2010/main" val="2493084539"/>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2" name="cashreg.wav"/>
          </p:stSnd>
        </p:sndAc>
      </p:transition>
    </mc:Choice>
    <mc:Fallback>
      <p:transition spd="slow" advTm="254000">
        <p:fade/>
        <p:sndAc>
          <p:stSnd>
            <p:snd r:embed="rId2" name="cashreg.wav"/>
          </p:stSnd>
        </p:sndAc>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F3FDC-F098-4ED4-90A6-4511DCAC6728}"/>
              </a:ext>
            </a:extLst>
          </p:cNvPr>
          <p:cNvSpPr>
            <a:spLocks noGrp="1"/>
          </p:cNvSpPr>
          <p:nvPr>
            <p:ph type="title"/>
          </p:nvPr>
        </p:nvSpPr>
        <p:spPr/>
        <p:txBody>
          <a:bodyPr/>
          <a:lstStyle/>
          <a:p>
            <a:pPr algn="ctr"/>
            <a:r>
              <a:rPr lang="en-US" dirty="0"/>
              <a:t>ASSIGNMENT PARTICIPANTS</a:t>
            </a:r>
            <a:endParaRPr lang="en-UG" dirty="0"/>
          </a:p>
        </p:txBody>
      </p:sp>
      <p:graphicFrame>
        <p:nvGraphicFramePr>
          <p:cNvPr id="4" name="Table 4">
            <a:extLst>
              <a:ext uri="{FF2B5EF4-FFF2-40B4-BE49-F238E27FC236}">
                <a16:creationId xmlns:a16="http://schemas.microsoft.com/office/drawing/2014/main" id="{B9BE1E37-F880-49F3-AAB6-A1DA62D113F8}"/>
              </a:ext>
            </a:extLst>
          </p:cNvPr>
          <p:cNvGraphicFramePr>
            <a:graphicFrameLocks noGrp="1"/>
          </p:cNvGraphicFramePr>
          <p:nvPr>
            <p:ph idx="1"/>
            <p:extLst>
              <p:ext uri="{D42A27DB-BD31-4B8C-83A1-F6EECF244321}">
                <p14:modId xmlns:p14="http://schemas.microsoft.com/office/powerpoint/2010/main" val="1644738007"/>
              </p:ext>
            </p:extLst>
          </p:nvPr>
        </p:nvGraphicFramePr>
        <p:xfrm>
          <a:off x="914400" y="2366963"/>
          <a:ext cx="10363200" cy="3708400"/>
        </p:xfrm>
        <a:graphic>
          <a:graphicData uri="http://schemas.openxmlformats.org/drawingml/2006/table">
            <a:tbl>
              <a:tblPr firstRow="1" bandRow="1">
                <a:tableStyleId>{5C22544A-7EE6-4342-B048-85BDC9FD1C3A}</a:tableStyleId>
              </a:tblPr>
              <a:tblGrid>
                <a:gridCol w="3454400">
                  <a:extLst>
                    <a:ext uri="{9D8B030D-6E8A-4147-A177-3AD203B41FA5}">
                      <a16:colId xmlns:a16="http://schemas.microsoft.com/office/drawing/2014/main" val="3804174164"/>
                    </a:ext>
                  </a:extLst>
                </a:gridCol>
                <a:gridCol w="3454400">
                  <a:extLst>
                    <a:ext uri="{9D8B030D-6E8A-4147-A177-3AD203B41FA5}">
                      <a16:colId xmlns:a16="http://schemas.microsoft.com/office/drawing/2014/main" val="2470117976"/>
                    </a:ext>
                  </a:extLst>
                </a:gridCol>
                <a:gridCol w="3454400">
                  <a:extLst>
                    <a:ext uri="{9D8B030D-6E8A-4147-A177-3AD203B41FA5}">
                      <a16:colId xmlns:a16="http://schemas.microsoft.com/office/drawing/2014/main" val="538418270"/>
                    </a:ext>
                  </a:extLst>
                </a:gridCol>
              </a:tblGrid>
              <a:tr h="370840">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NAME</a:t>
                      </a:r>
                    </a:p>
                  </a:txBody>
                  <a:tcPr marL="67586" marR="67586" marT="0" marB="0"/>
                </a:tc>
                <a:tc>
                  <a:txBody>
                    <a:bodyPr/>
                    <a:lstStyle/>
                    <a:p>
                      <a:pPr marL="0" marR="0" indent="0">
                        <a:lnSpc>
                          <a:spcPct val="107000"/>
                        </a:lnSpc>
                        <a:spcBef>
                          <a:spcPts val="0"/>
                        </a:spcBef>
                        <a:spcAft>
                          <a:spcPts val="645"/>
                        </a:spcAft>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REGISTRATION NUMBER</a:t>
                      </a:r>
                    </a:p>
                  </a:txBody>
                  <a:tcPr marL="67586" marR="67586" marT="0" marB="0"/>
                </a:tc>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PROGRAM OF STUDY</a:t>
                      </a:r>
                    </a:p>
                  </a:txBody>
                  <a:tcPr marL="67586" marR="67586" marT="0" marB="0"/>
                </a:tc>
                <a:extLst>
                  <a:ext uri="{0D108BD9-81ED-4DB2-BD59-A6C34878D82A}">
                    <a16:rowId xmlns:a16="http://schemas.microsoft.com/office/drawing/2014/main" val="414262142"/>
                  </a:ext>
                </a:extLst>
              </a:tr>
              <a:tr h="370840">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OBBO DANIEL BENJAMIN</a:t>
                      </a:r>
                    </a:p>
                  </a:txBody>
                  <a:tcPr marL="67586" marR="67586" marT="0" marB="0"/>
                </a:tc>
                <a:tc>
                  <a:txBody>
                    <a:bodyPr/>
                    <a:lstStyle/>
                    <a:p>
                      <a:pPr marL="0" marR="0" indent="0">
                        <a:lnSpc>
                          <a:spcPct val="107000"/>
                        </a:lnSpc>
                        <a:spcBef>
                          <a:spcPts val="0"/>
                        </a:spcBef>
                        <a:spcAft>
                          <a:spcPts val="645"/>
                        </a:spcAft>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BU/UP/2024/1054</a:t>
                      </a:r>
                    </a:p>
                  </a:txBody>
                  <a:tcPr marL="67586" marR="67586" marT="0" marB="0"/>
                </a:tc>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WAR</a:t>
                      </a:r>
                    </a:p>
                  </a:txBody>
                  <a:tcPr marL="67586" marR="67586" marT="0" marB="0"/>
                </a:tc>
                <a:extLst>
                  <a:ext uri="{0D108BD9-81ED-4DB2-BD59-A6C34878D82A}">
                    <a16:rowId xmlns:a16="http://schemas.microsoft.com/office/drawing/2014/main" val="1791801407"/>
                  </a:ext>
                </a:extLst>
              </a:tr>
              <a:tr h="370840">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TANGA RIGAN</a:t>
                      </a:r>
                    </a:p>
                  </a:txBody>
                  <a:tcPr marL="67586" marR="67586" marT="0" marB="0"/>
                </a:tc>
                <a:tc>
                  <a:txBody>
                    <a:bodyPr/>
                    <a:lstStyle/>
                    <a:p>
                      <a:pPr marL="0" marR="0" indent="0">
                        <a:lnSpc>
                          <a:spcPct val="107000"/>
                        </a:lnSpc>
                        <a:spcBef>
                          <a:spcPts val="0"/>
                        </a:spcBef>
                        <a:spcAft>
                          <a:spcPts val="645"/>
                        </a:spcAft>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BU/UP/2024/1071</a:t>
                      </a:r>
                    </a:p>
                  </a:txBody>
                  <a:tcPr marL="67586" marR="67586" marT="0" marB="0"/>
                </a:tc>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WAR</a:t>
                      </a:r>
                    </a:p>
                  </a:txBody>
                  <a:tcPr marL="67586" marR="67586" marT="0" marB="0"/>
                </a:tc>
                <a:extLst>
                  <a:ext uri="{0D108BD9-81ED-4DB2-BD59-A6C34878D82A}">
                    <a16:rowId xmlns:a16="http://schemas.microsoft.com/office/drawing/2014/main" val="3297995424"/>
                  </a:ext>
                </a:extLst>
              </a:tr>
              <a:tr h="370840">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MIREMBE ROSE</a:t>
                      </a:r>
                    </a:p>
                  </a:txBody>
                  <a:tcPr marL="67586" marR="67586" marT="0" marB="0"/>
                </a:tc>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BU/UP/2024/3835</a:t>
                      </a:r>
                    </a:p>
                  </a:txBody>
                  <a:tcPr marL="67586" marR="67586" marT="0" marB="0"/>
                </a:tc>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WAR</a:t>
                      </a:r>
                    </a:p>
                  </a:txBody>
                  <a:tcPr marL="67586" marR="67586" marT="0" marB="0"/>
                </a:tc>
                <a:extLst>
                  <a:ext uri="{0D108BD9-81ED-4DB2-BD59-A6C34878D82A}">
                    <a16:rowId xmlns:a16="http://schemas.microsoft.com/office/drawing/2014/main" val="140919973"/>
                  </a:ext>
                </a:extLst>
              </a:tr>
              <a:tr h="370840">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AGABA JOSHUA</a:t>
                      </a:r>
                    </a:p>
                  </a:txBody>
                  <a:tcPr marL="67586" marR="67586" marT="0" marB="0"/>
                </a:tc>
                <a:tc>
                  <a:txBody>
                    <a:bodyPr/>
                    <a:lstStyle/>
                    <a:p>
                      <a:pPr marL="0" marR="0" indent="0">
                        <a:lnSpc>
                          <a:spcPct val="107000"/>
                        </a:lnSpc>
                        <a:spcBef>
                          <a:spcPts val="0"/>
                        </a:spcBef>
                        <a:spcAft>
                          <a:spcPts val="645"/>
                        </a:spcAft>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BU/UP/2024/1009</a:t>
                      </a:r>
                    </a:p>
                  </a:txBody>
                  <a:tcPr marL="67586" marR="67586" marT="0" marB="0"/>
                </a:tc>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WAR</a:t>
                      </a:r>
                    </a:p>
                  </a:txBody>
                  <a:tcPr marL="67586" marR="67586" marT="0" marB="0"/>
                </a:tc>
                <a:extLst>
                  <a:ext uri="{0D108BD9-81ED-4DB2-BD59-A6C34878D82A}">
                    <a16:rowId xmlns:a16="http://schemas.microsoft.com/office/drawing/2014/main" val="2319344707"/>
                  </a:ext>
                </a:extLst>
              </a:tr>
              <a:tr h="370840">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LWASAMPIJJA MIKE CRISPUS</a:t>
                      </a:r>
                    </a:p>
                  </a:txBody>
                  <a:tcPr marL="67586" marR="67586" marT="0" marB="0"/>
                </a:tc>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BU/UG/2024/2678</a:t>
                      </a:r>
                    </a:p>
                  </a:txBody>
                  <a:tcPr marL="67586" marR="67586" marT="0" marB="0"/>
                </a:tc>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AMI</a:t>
                      </a:r>
                    </a:p>
                  </a:txBody>
                  <a:tcPr marL="67586" marR="67586" marT="0" marB="0"/>
                </a:tc>
                <a:extLst>
                  <a:ext uri="{0D108BD9-81ED-4DB2-BD59-A6C34878D82A}">
                    <a16:rowId xmlns:a16="http://schemas.microsoft.com/office/drawing/2014/main" val="2094309346"/>
                  </a:ext>
                </a:extLst>
              </a:tr>
              <a:tr h="370840">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ISABIRYE EDMOND</a:t>
                      </a:r>
                    </a:p>
                  </a:txBody>
                  <a:tcPr marL="67586" marR="67586" marT="0" marB="0"/>
                </a:tc>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BU/UP/2024/3733</a:t>
                      </a:r>
                    </a:p>
                  </a:txBody>
                  <a:tcPr marL="67586" marR="67586" marT="0" marB="0"/>
                </a:tc>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AMI</a:t>
                      </a:r>
                    </a:p>
                  </a:txBody>
                  <a:tcPr marL="67586" marR="67586" marT="0" marB="0"/>
                </a:tc>
                <a:extLst>
                  <a:ext uri="{0D108BD9-81ED-4DB2-BD59-A6C34878D82A}">
                    <a16:rowId xmlns:a16="http://schemas.microsoft.com/office/drawing/2014/main" val="1035937592"/>
                  </a:ext>
                </a:extLst>
              </a:tr>
              <a:tr h="370840">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WANDABWA ELVIS</a:t>
                      </a:r>
                    </a:p>
                  </a:txBody>
                  <a:tcPr marL="67586" marR="67586" marT="0" marB="0"/>
                </a:tc>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BU/UP/2024/1076</a:t>
                      </a:r>
                    </a:p>
                  </a:txBody>
                  <a:tcPr marL="67586" marR="67586" marT="0" marB="0"/>
                </a:tc>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WAR</a:t>
                      </a:r>
                    </a:p>
                  </a:txBody>
                  <a:tcPr marL="67586" marR="67586" marT="0" marB="0"/>
                </a:tc>
                <a:extLst>
                  <a:ext uri="{0D108BD9-81ED-4DB2-BD59-A6C34878D82A}">
                    <a16:rowId xmlns:a16="http://schemas.microsoft.com/office/drawing/2014/main" val="261613419"/>
                  </a:ext>
                </a:extLst>
              </a:tr>
              <a:tr h="370840">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APIO MIRIAM</a:t>
                      </a:r>
                    </a:p>
                  </a:txBody>
                  <a:tcPr marL="67586" marR="67586" marT="0" marB="0"/>
                </a:tc>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BU/UP/2024/3827</a:t>
                      </a:r>
                    </a:p>
                  </a:txBody>
                  <a:tcPr marL="67586" marR="67586" marT="0" marB="0"/>
                </a:tc>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WAR</a:t>
                      </a:r>
                    </a:p>
                  </a:txBody>
                  <a:tcPr marL="67586" marR="67586" marT="0" marB="0"/>
                </a:tc>
                <a:extLst>
                  <a:ext uri="{0D108BD9-81ED-4DB2-BD59-A6C34878D82A}">
                    <a16:rowId xmlns:a16="http://schemas.microsoft.com/office/drawing/2014/main" val="3087839642"/>
                  </a:ext>
                </a:extLst>
              </a:tr>
              <a:tr h="370840">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GINATH RUTH</a:t>
                      </a:r>
                    </a:p>
                  </a:txBody>
                  <a:tcPr marL="67586" marR="67586" marT="0" marB="0"/>
                </a:tc>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BU/UP/2024/5468</a:t>
                      </a:r>
                    </a:p>
                  </a:txBody>
                  <a:tcPr marL="67586" marR="67586" marT="0" marB="0"/>
                </a:tc>
                <a:tc>
                  <a:txBody>
                    <a:bodyPr/>
                    <a:lstStyle/>
                    <a:p>
                      <a:pPr marL="0" marR="0" indent="0">
                        <a:lnSpc>
                          <a:spcPct val="107000"/>
                        </a:lnSpc>
                        <a:spcBef>
                          <a:spcPts val="0"/>
                        </a:spcBef>
                        <a:spcAft>
                          <a:spcPts val="645"/>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PTI</a:t>
                      </a:r>
                    </a:p>
                  </a:txBody>
                  <a:tcPr marL="67586" marR="67586" marT="0" marB="0"/>
                </a:tc>
                <a:extLst>
                  <a:ext uri="{0D108BD9-81ED-4DB2-BD59-A6C34878D82A}">
                    <a16:rowId xmlns:a16="http://schemas.microsoft.com/office/drawing/2014/main" val="2690934172"/>
                  </a:ext>
                </a:extLst>
              </a:tr>
            </a:tbl>
          </a:graphicData>
        </a:graphic>
      </p:graphicFrame>
    </p:spTree>
    <p:extLst>
      <p:ext uri="{BB962C8B-B14F-4D97-AF65-F5344CB8AC3E}">
        <p14:creationId xmlns:p14="http://schemas.microsoft.com/office/powerpoint/2010/main" val="756214469"/>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2" name="cashreg.wav"/>
          </p:stSnd>
        </p:sndAc>
      </p:transition>
    </mc:Choice>
    <mc:Fallback>
      <p:transition spd="slow" advTm="254000">
        <p:fade/>
        <p:sndAc>
          <p:stSnd>
            <p:snd r:embed="rId2" name="cashreg.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9C3C8-9751-48D6-90FD-D5952F07D071}"/>
              </a:ext>
            </a:extLst>
          </p:cNvPr>
          <p:cNvSpPr>
            <a:spLocks noGrp="1"/>
          </p:cNvSpPr>
          <p:nvPr>
            <p:ph type="title"/>
          </p:nvPr>
        </p:nvSpPr>
        <p:spPr/>
        <p:txBody>
          <a:bodyPr/>
          <a:lstStyle/>
          <a:p>
            <a:pPr algn="ctr"/>
            <a:r>
              <a:rPr lang="en-US" dirty="0"/>
              <a:t>ABSTRACT</a:t>
            </a:r>
            <a:endParaRPr lang="en-UG" dirty="0"/>
          </a:p>
        </p:txBody>
      </p:sp>
      <p:sp>
        <p:nvSpPr>
          <p:cNvPr id="3" name="Content Placeholder 2">
            <a:extLst>
              <a:ext uri="{FF2B5EF4-FFF2-40B4-BE49-F238E27FC236}">
                <a16:creationId xmlns:a16="http://schemas.microsoft.com/office/drawing/2014/main" id="{C6D9B4EB-3B9D-4365-BBB6-1181A230CC58}"/>
              </a:ext>
            </a:extLst>
          </p:cNvPr>
          <p:cNvSpPr>
            <a:spLocks noGrp="1"/>
          </p:cNvSpPr>
          <p:nvPr>
            <p:ph idx="1"/>
          </p:nvPr>
        </p:nvSpPr>
        <p:spPr/>
        <p:txBody>
          <a:bodyPr>
            <a:noAutofit/>
          </a:bodyPr>
          <a:lstStyle/>
          <a:p>
            <a:pPr marL="0" indent="0" algn="ctr">
              <a:lnSpc>
                <a:spcPct val="250000"/>
              </a:lnSpc>
              <a:buNone/>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We started our first meeting for research on 18th September, 2025 in the university library </a:t>
            </a:r>
            <a:r>
              <a:rPr lang="en-GB" sz="1600" dirty="0">
                <a:effectLst/>
                <a:latin typeface="Times New Roman" panose="02020603050405020304" pitchFamily="18" charset="0"/>
                <a:ea typeface="Calibri" panose="020F0502020204030204" pitchFamily="34" charset="0"/>
                <a:cs typeface="Times New Roman" panose="02020603050405020304" pitchFamily="18" charset="0"/>
              </a:rPr>
              <a:t>and managed to achieve successful completion of this assignment through group work and division of tasks, and the achieved knowledge through the first assignment we did as a group as a tremendous means of consolidating the knowledge obtained to further the visualization of different parameters, patterns, trends and relationships of various variables represented as detailed plots as per the second assignment.</a:t>
            </a:r>
            <a:endParaRPr lang="en-UG"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ctr">
              <a:lnSpc>
                <a:spcPct val="250000"/>
              </a:lnSpc>
              <a:buNone/>
            </a:pPr>
            <a:endParaRPr lang="en-UG" sz="1600" dirty="0"/>
          </a:p>
        </p:txBody>
      </p:sp>
    </p:spTree>
    <p:extLst>
      <p:ext uri="{BB962C8B-B14F-4D97-AF65-F5344CB8AC3E}">
        <p14:creationId xmlns:p14="http://schemas.microsoft.com/office/powerpoint/2010/main" val="471764018"/>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2" name="cashreg.wav"/>
          </p:stSnd>
        </p:sndAc>
      </p:transition>
    </mc:Choice>
    <mc:Fallback>
      <p:transition spd="slow" advTm="254000">
        <p:fade/>
        <p:sndAc>
          <p:stSnd>
            <p:snd r:embed="rId2" name="cashreg.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1E58D-DB03-4B5C-8C59-27890A17F55A}"/>
              </a:ext>
            </a:extLst>
          </p:cNvPr>
          <p:cNvSpPr>
            <a:spLocks noGrp="1"/>
          </p:cNvSpPr>
          <p:nvPr>
            <p:ph type="title" idx="4294967295"/>
          </p:nvPr>
        </p:nvSpPr>
        <p:spPr>
          <a:xfrm>
            <a:off x="0" y="365125"/>
            <a:ext cx="10515600" cy="1325563"/>
          </a:xfrm>
        </p:spPr>
        <p:txBody>
          <a:bodyPr/>
          <a:lstStyle/>
          <a:p>
            <a:pPr algn="ctr"/>
            <a:r>
              <a:rPr lang="en-US" dirty="0"/>
              <a:t>NUMBER ONE</a:t>
            </a:r>
            <a:endParaRPr lang="en-UG" dirty="0"/>
          </a:p>
        </p:txBody>
      </p:sp>
      <p:sp>
        <p:nvSpPr>
          <p:cNvPr id="3" name="Content Placeholder 2">
            <a:extLst>
              <a:ext uri="{FF2B5EF4-FFF2-40B4-BE49-F238E27FC236}">
                <a16:creationId xmlns:a16="http://schemas.microsoft.com/office/drawing/2014/main" id="{BC7BE069-F230-400D-82B5-FAF8897D478A}"/>
              </a:ext>
            </a:extLst>
          </p:cNvPr>
          <p:cNvSpPr>
            <a:spLocks noGrp="1"/>
          </p:cNvSpPr>
          <p:nvPr>
            <p:ph idx="4294967295"/>
          </p:nvPr>
        </p:nvSpPr>
        <p:spPr>
          <a:xfrm>
            <a:off x="0" y="1825625"/>
            <a:ext cx="10515600" cy="4351338"/>
          </a:xfrm>
        </p:spPr>
        <p:txBody>
          <a:bodyPr>
            <a:noAutofit/>
          </a:bodyPr>
          <a:lstStyle/>
          <a:p>
            <a:pPr marL="228600">
              <a:lnSpc>
                <a:spcPct val="200000"/>
              </a:lnSpc>
            </a:pPr>
            <a:r>
              <a:rPr lang="en-US" dirty="0">
                <a:effectLst/>
                <a:latin typeface="Times New Roman" panose="02020603050405020304" pitchFamily="18" charset="0"/>
                <a:ea typeface="Calibri" panose="020F0502020204030204" pitchFamily="34" charset="0"/>
                <a:cs typeface="Times New Roman" panose="02020603050405020304" pitchFamily="18" charset="0"/>
              </a:rPr>
              <a:t>Retrieve a unique data set from Kaggle.com in excel format.</a:t>
            </a:r>
            <a:endParaRPr lang="en-UG"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200000"/>
              </a:lnSpc>
            </a:pPr>
            <a:r>
              <a:rPr lang="en-US" dirty="0">
                <a:effectLst/>
                <a:latin typeface="Times New Roman" panose="02020603050405020304" pitchFamily="18" charset="0"/>
                <a:ea typeface="Calibri" panose="020F0502020204030204" pitchFamily="34" charset="0"/>
                <a:cs typeface="Times New Roman" panose="02020603050405020304" pitchFamily="18" charset="0"/>
              </a:rPr>
              <a:t>Write a single MATLAB script to:</a:t>
            </a:r>
            <a:endParaRPr lang="en-UG"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200000"/>
              </a:lnSpc>
              <a:buFont typeface="+mj-lt"/>
              <a:buAutoNum type="arabi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Read the data set into MATLAB</a:t>
            </a:r>
            <a:endParaRPr lang="en-UG"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200000"/>
              </a:lnSpc>
              <a:buFont typeface="+mj-lt"/>
              <a:buAutoNum type="arabi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Copy the variables for each year in separate tables</a:t>
            </a:r>
            <a:endParaRPr lang="en-UG"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200000"/>
              </a:lnSpc>
              <a:buFont typeface="+mj-lt"/>
              <a:buAutoNum type="arabi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Display data for each year on separate tables</a:t>
            </a:r>
            <a:endParaRPr lang="en-UG"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200000"/>
              </a:lnSpc>
              <a:spcAft>
                <a:spcPts val="800"/>
              </a:spcAft>
              <a:buFont typeface="+mj-lt"/>
              <a:buAutoNum type="arabi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Convert the tables into structural array</a:t>
            </a:r>
            <a:endParaRPr lang="en-UG" dirty="0">
              <a:effectLst/>
              <a:latin typeface="Calibri" panose="020F0502020204030204" pitchFamily="34" charset="0"/>
              <a:ea typeface="Calibri" panose="020F0502020204030204" pitchFamily="34" charset="0"/>
              <a:cs typeface="Times New Roman" panose="02020603050405020304" pitchFamily="18" charset="0"/>
            </a:endParaRPr>
          </a:p>
          <a:p>
            <a:endParaRPr lang="en-UG" dirty="0"/>
          </a:p>
        </p:txBody>
      </p:sp>
    </p:spTree>
    <p:extLst>
      <p:ext uri="{BB962C8B-B14F-4D97-AF65-F5344CB8AC3E}">
        <p14:creationId xmlns:p14="http://schemas.microsoft.com/office/powerpoint/2010/main" val="1462403511"/>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2" name="cashreg.wav"/>
          </p:stSnd>
        </p:sndAc>
      </p:transition>
    </mc:Choice>
    <mc:Fallback>
      <p:transition spd="slow" advTm="254000">
        <p:fade/>
        <p:sndAc>
          <p:stSnd>
            <p:snd r:embed="rId2" name="cashreg.wav"/>
          </p:st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C5A9563-ACF0-4D29-BF21-A1236503C005}"/>
              </a:ext>
            </a:extLst>
          </p:cNvPr>
          <p:cNvSpPr>
            <a:spLocks noChangeArrowheads="1"/>
          </p:cNvSpPr>
          <p:nvPr/>
        </p:nvSpPr>
        <p:spPr bwMode="auto">
          <a:xfrm>
            <a:off x="1" y="182433"/>
            <a:ext cx="12191999"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G" sz="4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CODES USED FOR NUMBER ONE</a:t>
            </a:r>
            <a:endParaRPr kumimoji="0" lang="en-US" altLang="en-UG" sz="40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G" sz="1800" b="0" i="0" u="none" strike="noStrike" cap="none" normalizeH="0" baseline="0" dirty="0">
              <a:ln>
                <a:noFill/>
              </a:ln>
              <a:solidFill>
                <a:schemeClr val="tx1"/>
              </a:solidFill>
              <a:effectLst/>
              <a:latin typeface="Arial" panose="020B0604020202020204" pitchFamily="34" charset="0"/>
            </a:endParaRPr>
          </a:p>
        </p:txBody>
      </p:sp>
      <p:pic>
        <p:nvPicPr>
          <p:cNvPr id="1025" name="Picture 1">
            <a:extLst>
              <a:ext uri="{FF2B5EF4-FFF2-40B4-BE49-F238E27FC236}">
                <a16:creationId xmlns:a16="http://schemas.microsoft.com/office/drawing/2014/main" id="{847F5DCB-99E0-4732-A821-2AB5CADBFB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8693" y="1201635"/>
            <a:ext cx="8614611" cy="544036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A1321D56-176D-43A2-987D-FB269758460A}"/>
              </a:ext>
            </a:extLst>
          </p:cNvPr>
          <p:cNvSpPr>
            <a:spLocks noChangeArrowheads="1"/>
          </p:cNvSpPr>
          <p:nvPr/>
        </p:nvSpPr>
        <p:spPr bwMode="auto">
          <a:xfrm>
            <a:off x="0" y="5807462"/>
            <a:ext cx="183269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G" sz="14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G"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91233535"/>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2" name="cashreg.wav"/>
          </p:stSnd>
        </p:sndAc>
      </p:transition>
    </mc:Choice>
    <mc:Fallback>
      <p:transition spd="slow" advTm="254000">
        <p:fade/>
        <p:sndAc>
          <p:stSnd>
            <p:snd r:embed="rId2" name="cashreg.wav"/>
          </p:st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52BAA-2935-4065-ADB5-CE94C103D73E}"/>
              </a:ext>
            </a:extLst>
          </p:cNvPr>
          <p:cNvSpPr>
            <a:spLocks noGrp="1"/>
          </p:cNvSpPr>
          <p:nvPr>
            <p:ph type="title"/>
          </p:nvPr>
        </p:nvSpPr>
        <p:spPr/>
        <p:txBody>
          <a:bodyPr/>
          <a:lstStyle/>
          <a:p>
            <a:pPr algn="ctr"/>
            <a:r>
              <a:rPr lang="en-US" dirty="0"/>
              <a:t>NUMBER TWO</a:t>
            </a:r>
            <a:endParaRPr lang="en-UG" dirty="0"/>
          </a:p>
        </p:txBody>
      </p:sp>
      <p:sp>
        <p:nvSpPr>
          <p:cNvPr id="3" name="Content Placeholder 2">
            <a:extLst>
              <a:ext uri="{FF2B5EF4-FFF2-40B4-BE49-F238E27FC236}">
                <a16:creationId xmlns:a16="http://schemas.microsoft.com/office/drawing/2014/main" id="{A8C8BB91-CA66-4A0D-8779-1217A956C70A}"/>
              </a:ext>
            </a:extLst>
          </p:cNvPr>
          <p:cNvSpPr>
            <a:spLocks noGrp="1"/>
          </p:cNvSpPr>
          <p:nvPr>
            <p:ph idx="1"/>
          </p:nvPr>
        </p:nvSpPr>
        <p:spPr/>
        <p:txBody>
          <a:bodyPr>
            <a:noAutofit/>
          </a:bodyPr>
          <a:lstStyle/>
          <a:p>
            <a:pPr marL="0" indent="0" algn="ctr">
              <a:buNone/>
            </a:pPr>
            <a:r>
              <a:rPr lang="en-US" sz="1600" dirty="0"/>
              <a:t>GROUP MEMBER DATA STORAGE</a:t>
            </a:r>
          </a:p>
          <a:p>
            <a:pPr>
              <a:lnSpc>
                <a:spcPct val="107000"/>
              </a:lnSpc>
              <a:spcAft>
                <a:spcPts val="800"/>
              </a:spcAf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This exercise focused on a different aspect of data management: structuring varied data types into a single variable. The task was to take a set of attributes for each group member including home district, religion, tribe, interests, age, name, and a description for facial representation and store them collectively. </a:t>
            </a:r>
            <a:endParaRPr lang="en-UG"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To accomplish this, we chose to utilize a structural array. Each element of the array represents a single group member, and each field within that element (e.g.,. Name,. Age,. interests) holds the corresponding attribute. This approach allows for logical grouping of related data and simplifies future access and manipulation of the information.  </a:t>
            </a:r>
            <a:endParaRPr lang="en-UG"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Our main task here was to get the data into the MATLAB environment, for that we utilized the MATLAB input feature. Using a script, we prompted the user to enter values for the attributes of the different group members; again, we utilized a loop for this. First, we prompted the user to enter the group size, in terms of number of members; and  iterated the attribute prompts for each of the members</a:t>
            </a:r>
            <a:endParaRPr lang="en-UG" sz="16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n-UG" sz="1600" dirty="0"/>
          </a:p>
        </p:txBody>
      </p:sp>
    </p:spTree>
    <p:extLst>
      <p:ext uri="{BB962C8B-B14F-4D97-AF65-F5344CB8AC3E}">
        <p14:creationId xmlns:p14="http://schemas.microsoft.com/office/powerpoint/2010/main" val="3654710093"/>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2" name="cashreg.wav"/>
          </p:stSnd>
        </p:sndAc>
      </p:transition>
    </mc:Choice>
    <mc:Fallback>
      <p:transition spd="slow" advTm="254000">
        <p:fade/>
        <p:sndAc>
          <p:stSnd>
            <p:snd r:embed="rId2" name="cashreg.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8C8355E-C468-4DD9-95EC-ED982237FB01}"/>
              </a:ext>
            </a:extLst>
          </p:cNvPr>
          <p:cNvSpPr>
            <a:spLocks noChangeArrowheads="1"/>
          </p:cNvSpPr>
          <p:nvPr/>
        </p:nvSpPr>
        <p:spPr bwMode="auto">
          <a:xfrm>
            <a:off x="844857" y="36339"/>
            <a:ext cx="1223483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G" sz="4000" dirty="0">
                <a:latin typeface="Times New Roman" panose="02020603050405020304" pitchFamily="18" charset="0"/>
                <a:ea typeface="Calibri" panose="020F0502020204030204" pitchFamily="34" charset="0"/>
                <a:cs typeface="Times New Roman" panose="02020603050405020304" pitchFamily="18" charset="0"/>
              </a:rPr>
              <a:t>CODES USED FOR NUMBER TWO</a:t>
            </a:r>
            <a:endParaRPr kumimoji="0" lang="en-US" altLang="en-UG" sz="4000" b="0" i="0" u="none" strike="noStrike" cap="none" normalizeH="0" baseline="0" dirty="0">
              <a:ln>
                <a:noFill/>
              </a:ln>
              <a:solidFill>
                <a:schemeClr val="tx1"/>
              </a:solidFill>
              <a:effectLst/>
              <a:latin typeface="Arial" panose="020B0604020202020204" pitchFamily="34" charset="0"/>
            </a:endParaRPr>
          </a:p>
        </p:txBody>
      </p:sp>
      <p:pic>
        <p:nvPicPr>
          <p:cNvPr id="2049" name="Picture 1">
            <a:extLst>
              <a:ext uri="{FF2B5EF4-FFF2-40B4-BE49-F238E27FC236}">
                <a16:creationId xmlns:a16="http://schemas.microsoft.com/office/drawing/2014/main" id="{70587F16-5258-424B-B8F0-92663634F6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2126" y="1227221"/>
            <a:ext cx="10170695" cy="5394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2340916"/>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2" name="cashreg.wav"/>
          </p:stSnd>
        </p:sndAc>
      </p:transition>
    </mc:Choice>
    <mc:Fallback>
      <p:transition spd="slow" advTm="254000">
        <p:fade/>
        <p:sndAc>
          <p:stSnd>
            <p:snd r:embed="rId2" name="cashreg.wav"/>
          </p:stSnd>
        </p:sndAc>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CF259-139F-44D1-8F9B-EEE2685B3967}"/>
              </a:ext>
            </a:extLst>
          </p:cNvPr>
          <p:cNvSpPr>
            <a:spLocks noGrp="1"/>
          </p:cNvSpPr>
          <p:nvPr>
            <p:ph type="title"/>
          </p:nvPr>
        </p:nvSpPr>
        <p:spPr>
          <a:xfrm>
            <a:off x="838200" y="365125"/>
            <a:ext cx="11032958" cy="5907338"/>
          </a:xfrm>
        </p:spPr>
        <p:txBody>
          <a:bodyPr>
            <a:normAutofit/>
          </a:bodyPr>
          <a:lstStyle/>
          <a:p>
            <a:pPr algn="ctr"/>
            <a:r>
              <a:rPr lang="en-US" b="1" dirty="0"/>
              <a:t>CONCLUSION</a:t>
            </a:r>
            <a:br>
              <a:rPr lang="en-US" dirty="0"/>
            </a:br>
            <a:r>
              <a:rPr lang="en-US" dirty="0"/>
              <a:t>At the end of this assignment a valuable learning experience was obtained and attained.</a:t>
            </a:r>
            <a:br>
              <a:rPr lang="en-US" dirty="0"/>
            </a:br>
            <a:r>
              <a:rPr lang="en-US" dirty="0"/>
              <a:t>This boosted the key MATLAB learning experience of the participants</a:t>
            </a:r>
            <a:endParaRPr lang="en-UG" dirty="0"/>
          </a:p>
        </p:txBody>
      </p:sp>
    </p:spTree>
    <p:extLst>
      <p:ext uri="{BB962C8B-B14F-4D97-AF65-F5344CB8AC3E}">
        <p14:creationId xmlns:p14="http://schemas.microsoft.com/office/powerpoint/2010/main" val="2420987164"/>
      </p:ext>
    </p:extLst>
  </p:cSld>
  <p:clrMapOvr>
    <a:masterClrMapping/>
  </p:clrMapOvr>
  <mc:AlternateContent xmlns:mc="http://schemas.openxmlformats.org/markup-compatibility/2006">
    <mc:Choice xmlns:p14="http://schemas.microsoft.com/office/powerpoint/2010/main" Requires="p14">
      <p:transition spd="slow" p14:dur="2000" advTm="254000">
        <p14:doors dir="vert"/>
        <p:sndAc>
          <p:stSnd>
            <p:snd r:embed="rId2" name="cashreg.wav"/>
          </p:stSnd>
        </p:sndAc>
      </p:transition>
    </mc:Choice>
    <mc:Fallback>
      <p:transition spd="slow" advTm="254000">
        <p:fade/>
        <p:sndAc>
          <p:stSnd>
            <p:snd r:embed="rId2" name="cashreg.wav"/>
          </p:stSnd>
        </p:sndAc>
      </p:transition>
    </mc:Fallback>
  </mc:AlternateContent>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91</TotalTime>
  <Words>470</Words>
  <Application>Microsoft Office PowerPoint</Application>
  <PresentationFormat>Widescreen</PresentationFormat>
  <Paragraphs>51</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Times New Roman</vt:lpstr>
      <vt:lpstr>Tw Cen MT</vt:lpstr>
      <vt:lpstr>Droplet</vt:lpstr>
      <vt:lpstr>MATLAB ASSINGMENT 1</vt:lpstr>
      <vt:lpstr>ASSIGNMENT PARTICIPANTS</vt:lpstr>
      <vt:lpstr>ABSTRACT</vt:lpstr>
      <vt:lpstr>NUMBER ONE</vt:lpstr>
      <vt:lpstr>PowerPoint Presentation</vt:lpstr>
      <vt:lpstr>NUMBER TWO</vt:lpstr>
      <vt:lpstr>PowerPoint Presentation</vt:lpstr>
      <vt:lpstr>CONCLUSION At the end of this assignment a valuable learning experience was obtained and attained. This boosted the key MATLAB learning experience of the participants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MATLAB ASSINGMENT 1</dc:title>
  <dc:creator>Lwasampijja Mike</dc:creator>
  <cp:lastModifiedBy>Lwasampijja Mike</cp:lastModifiedBy>
  <cp:revision>4</cp:revision>
  <dcterms:created xsi:type="dcterms:W3CDTF">2025-09-22T16:27:47Z</dcterms:created>
  <dcterms:modified xsi:type="dcterms:W3CDTF">2025-09-22T18:03:56Z</dcterms:modified>
</cp:coreProperties>
</file>